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57" r:id="rId1"/>
  </p:sldMasterIdLst>
  <p:notesMasterIdLst>
    <p:notesMasterId r:id="rId25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6" r:id="rId10"/>
    <p:sldId id="265" r:id="rId11"/>
    <p:sldId id="267" r:id="rId12"/>
    <p:sldId id="268" r:id="rId13"/>
    <p:sldId id="269" r:id="rId14"/>
    <p:sldId id="270" r:id="rId15"/>
    <p:sldId id="272" r:id="rId16"/>
    <p:sldId id="271" r:id="rId17"/>
    <p:sldId id="275" r:id="rId18"/>
    <p:sldId id="273" r:id="rId19"/>
    <p:sldId id="274" r:id="rId20"/>
    <p:sldId id="276" r:id="rId21"/>
    <p:sldId id="280" r:id="rId22"/>
    <p:sldId id="279" r:id="rId23"/>
    <p:sldId id="277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0774" autoAdjust="0"/>
  </p:normalViewPr>
  <p:slideViewPr>
    <p:cSldViewPr snapToGrid="0">
      <p:cViewPr varScale="1">
        <p:scale>
          <a:sx n="67" d="100"/>
          <a:sy n="67" d="100"/>
        </p:scale>
        <p:origin x="1267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5DDB56C-1B59-47A4-8F28-4A404DBBE2E2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ru-RU"/>
        </a:p>
      </dgm:t>
    </dgm:pt>
    <dgm:pt modelId="{8AA3FA7D-9E80-49F3-97E2-6F447BC5C206}">
      <dgm:prSet phldrT="[Текст]" phldr="0"/>
      <dgm:spPr>
        <a:noFill/>
        <a:ln>
          <a:noFill/>
        </a:ln>
      </dgm:spPr>
      <dgm:t>
        <a:bodyPr/>
        <a:lstStyle/>
        <a:p>
          <a:r>
            <a:rPr lang="ru-RU" dirty="0"/>
            <a:t>284 судебных решения</a:t>
          </a:r>
        </a:p>
      </dgm:t>
    </dgm:pt>
    <dgm:pt modelId="{359B3032-5CD2-4077-9613-1D83ACFC486C}" type="parTrans" cxnId="{8799A392-01CC-4C40-8D1B-1087D33131F2}">
      <dgm:prSet/>
      <dgm:spPr/>
      <dgm:t>
        <a:bodyPr/>
        <a:lstStyle/>
        <a:p>
          <a:endParaRPr lang="ru-RU"/>
        </a:p>
      </dgm:t>
    </dgm:pt>
    <dgm:pt modelId="{BA4A3450-2870-42C4-9E55-A9F2F1929556}" type="sibTrans" cxnId="{8799A392-01CC-4C40-8D1B-1087D33131F2}">
      <dgm:prSet/>
      <dgm:spPr/>
      <dgm:t>
        <a:bodyPr/>
        <a:lstStyle/>
        <a:p>
          <a:endParaRPr lang="ru-RU"/>
        </a:p>
      </dgm:t>
    </dgm:pt>
    <dgm:pt modelId="{00434742-2EFE-45AB-913F-D5C103584E9D}">
      <dgm:prSet phldrT="[Текст]" phldr="0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>
        <a:noFill/>
        <a:ln>
          <a:noFill/>
        </a:ln>
      </dgm:spPr>
      <dgm:t>
        <a:bodyPr/>
        <a:lstStyle/>
        <a:p>
          <a:r>
            <a:rPr lang="ru-RU" dirty="0"/>
            <a:t>2025 год</a:t>
          </a:r>
        </a:p>
      </dgm:t>
    </dgm:pt>
    <dgm:pt modelId="{B685E1CA-3FD2-49C9-BC7F-E5555EA2076C}" type="parTrans" cxnId="{2E0C4648-75C5-4338-9D63-C02B648A3724}">
      <dgm:prSet/>
      <dgm:spPr/>
      <dgm:t>
        <a:bodyPr/>
        <a:lstStyle/>
        <a:p>
          <a:endParaRPr lang="ru-RU"/>
        </a:p>
      </dgm:t>
    </dgm:pt>
    <dgm:pt modelId="{E20D5373-A2B0-480A-9F06-99701F0BAB28}" type="sibTrans" cxnId="{2E0C4648-75C5-4338-9D63-C02B648A3724}">
      <dgm:prSet/>
      <dgm:spPr/>
      <dgm:t>
        <a:bodyPr/>
        <a:lstStyle/>
        <a:p>
          <a:endParaRPr lang="ru-RU"/>
        </a:p>
      </dgm:t>
    </dgm:pt>
    <dgm:pt modelId="{133BE2AD-7E2C-4C5F-877E-5B0A5C34DE37}">
      <dgm:prSet phldrT="[Текст]" phldr="0"/>
      <dgm:spPr>
        <a:noFill/>
        <a:ln>
          <a:noFill/>
        </a:ln>
      </dgm:spPr>
      <dgm:t>
        <a:bodyPr/>
        <a:lstStyle/>
        <a:p>
          <a:r>
            <a:rPr lang="ru-RU" dirty="0"/>
            <a:t>гражданские дела</a:t>
          </a:r>
        </a:p>
      </dgm:t>
    </dgm:pt>
    <dgm:pt modelId="{6CF77142-0C7C-47BF-B92F-6790A613FF55}" type="parTrans" cxnId="{250DE72F-126E-4E16-86ED-BC670E876C11}">
      <dgm:prSet/>
      <dgm:spPr/>
      <dgm:t>
        <a:bodyPr/>
        <a:lstStyle/>
        <a:p>
          <a:endParaRPr lang="ru-RU"/>
        </a:p>
      </dgm:t>
    </dgm:pt>
    <dgm:pt modelId="{A12B70B0-04B7-440C-87F2-EB959C4C6CB9}" type="sibTrans" cxnId="{250DE72F-126E-4E16-86ED-BC670E876C11}">
      <dgm:prSet/>
      <dgm:spPr/>
      <dgm:t>
        <a:bodyPr/>
        <a:lstStyle/>
        <a:p>
          <a:endParaRPr lang="ru-RU"/>
        </a:p>
      </dgm:t>
    </dgm:pt>
    <dgm:pt modelId="{76489668-225E-45C7-B0CC-8645F6EBCE1D}">
      <dgm:prSet phldrT="[Текст]" phldr="0"/>
      <dgm:spPr>
        <a:noFill/>
        <a:ln>
          <a:noFill/>
        </a:ln>
      </dgm:spPr>
      <dgm:t>
        <a:bodyPr/>
        <a:lstStyle/>
        <a:p>
          <a:r>
            <a:rPr lang="en-US" b="0" i="0" dirty="0"/>
            <a:t>~</a:t>
          </a:r>
          <a:r>
            <a:rPr lang="ru-RU" b="0" i="0" dirty="0"/>
            <a:t>180 000 лемм </a:t>
          </a:r>
          <a:r>
            <a:rPr lang="ru-RU" dirty="0">
              <a:solidFill>
                <a:schemeClr val="tx1"/>
              </a:solidFill>
            </a:rPr>
            <a:t> </a:t>
          </a:r>
        </a:p>
      </dgm:t>
    </dgm:pt>
    <dgm:pt modelId="{BFF3A279-0C68-4EFD-941A-5C11BC355943}" type="parTrans" cxnId="{15F7690A-9F1F-45F7-B04D-E7020D9F81F0}">
      <dgm:prSet/>
      <dgm:spPr/>
      <dgm:t>
        <a:bodyPr/>
        <a:lstStyle/>
        <a:p>
          <a:endParaRPr lang="ru-RU"/>
        </a:p>
      </dgm:t>
    </dgm:pt>
    <dgm:pt modelId="{EBBF92CB-7270-46C1-B2D4-3EEBDF2E7303}" type="sibTrans" cxnId="{15F7690A-9F1F-45F7-B04D-E7020D9F81F0}">
      <dgm:prSet/>
      <dgm:spPr/>
      <dgm:t>
        <a:bodyPr/>
        <a:lstStyle/>
        <a:p>
          <a:endParaRPr lang="ru-RU"/>
        </a:p>
      </dgm:t>
    </dgm:pt>
    <dgm:pt modelId="{57CE35AD-F4F4-4062-8736-CD23A83A743B}" type="pres">
      <dgm:prSet presAssocID="{95DDB56C-1B59-47A4-8F28-4A404DBBE2E2}" presName="Name0" presStyleCnt="0">
        <dgm:presLayoutVars>
          <dgm:chMax val="7"/>
          <dgm:chPref val="7"/>
          <dgm:dir/>
        </dgm:presLayoutVars>
      </dgm:prSet>
      <dgm:spPr/>
    </dgm:pt>
    <dgm:pt modelId="{914FB732-3A74-4D76-93C9-9B20F7B6FB69}" type="pres">
      <dgm:prSet presAssocID="{95DDB56C-1B59-47A4-8F28-4A404DBBE2E2}" presName="Name1" presStyleCnt="0"/>
      <dgm:spPr/>
    </dgm:pt>
    <dgm:pt modelId="{DB56413D-9DAC-4146-8FA7-03878EDD7DF2}" type="pres">
      <dgm:prSet presAssocID="{95DDB56C-1B59-47A4-8F28-4A404DBBE2E2}" presName="cycle" presStyleCnt="0"/>
      <dgm:spPr/>
    </dgm:pt>
    <dgm:pt modelId="{5B3EC911-DCE5-4690-B616-F0F22AE4FF74}" type="pres">
      <dgm:prSet presAssocID="{95DDB56C-1B59-47A4-8F28-4A404DBBE2E2}" presName="srcNode" presStyleLbl="node1" presStyleIdx="0" presStyleCnt="4"/>
      <dgm:spPr/>
    </dgm:pt>
    <dgm:pt modelId="{0CD25347-CA7D-4167-977D-63304833B9F2}" type="pres">
      <dgm:prSet presAssocID="{95DDB56C-1B59-47A4-8F28-4A404DBBE2E2}" presName="conn" presStyleLbl="parChTrans1D2" presStyleIdx="0" presStyleCnt="1"/>
      <dgm:spPr/>
    </dgm:pt>
    <dgm:pt modelId="{BB074236-8F15-4081-9D56-A964B6CB810A}" type="pres">
      <dgm:prSet presAssocID="{95DDB56C-1B59-47A4-8F28-4A404DBBE2E2}" presName="extraNode" presStyleLbl="node1" presStyleIdx="0" presStyleCnt="4"/>
      <dgm:spPr/>
    </dgm:pt>
    <dgm:pt modelId="{ED0CFB09-C682-413B-A359-CBC8408A9AD4}" type="pres">
      <dgm:prSet presAssocID="{95DDB56C-1B59-47A4-8F28-4A404DBBE2E2}" presName="dstNode" presStyleLbl="node1" presStyleIdx="0" presStyleCnt="4"/>
      <dgm:spPr/>
    </dgm:pt>
    <dgm:pt modelId="{2C2C65D6-520C-499E-9467-DB875E04FA2A}" type="pres">
      <dgm:prSet presAssocID="{8AA3FA7D-9E80-49F3-97E2-6F447BC5C206}" presName="text_1" presStyleLbl="node1" presStyleIdx="0" presStyleCnt="4">
        <dgm:presLayoutVars>
          <dgm:bulletEnabled val="1"/>
        </dgm:presLayoutVars>
      </dgm:prSet>
      <dgm:spPr/>
    </dgm:pt>
    <dgm:pt modelId="{56282216-A49B-4AB8-9908-A84822DEF0DC}" type="pres">
      <dgm:prSet presAssocID="{8AA3FA7D-9E80-49F3-97E2-6F447BC5C206}" presName="accent_1" presStyleCnt="0"/>
      <dgm:spPr/>
    </dgm:pt>
    <dgm:pt modelId="{51D75BAC-CA6F-43C7-9BB2-72426F31A016}" type="pres">
      <dgm:prSet presAssocID="{8AA3FA7D-9E80-49F3-97E2-6F447BC5C206}" presName="accentRepeatNode" presStyleLbl="solidFgAcc1" presStyleIdx="0" presStyleCnt="4" custScaleX="34778" custScaleY="34778">
        <dgm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dgm:style>
      </dgm:prSet>
      <dgm:spPr/>
    </dgm:pt>
    <dgm:pt modelId="{6AEABFF8-D7BC-4A6E-9332-DB89CA503C44}" type="pres">
      <dgm:prSet presAssocID="{00434742-2EFE-45AB-913F-D5C103584E9D}" presName="text_2" presStyleLbl="node1" presStyleIdx="1" presStyleCnt="4">
        <dgm:presLayoutVars>
          <dgm:bulletEnabled val="1"/>
        </dgm:presLayoutVars>
      </dgm:prSet>
      <dgm:spPr/>
    </dgm:pt>
    <dgm:pt modelId="{A5B70A37-7E32-4CF7-84BD-3198A2803F92}" type="pres">
      <dgm:prSet presAssocID="{00434742-2EFE-45AB-913F-D5C103584E9D}" presName="accent_2" presStyleCnt="0"/>
      <dgm:spPr/>
    </dgm:pt>
    <dgm:pt modelId="{9442D895-35E3-414F-8D73-85E2F5342B2E}" type="pres">
      <dgm:prSet presAssocID="{00434742-2EFE-45AB-913F-D5C103584E9D}" presName="accentRepeatNode" presStyleLbl="solidFgAcc1" presStyleIdx="1" presStyleCnt="4" custScaleX="37041" custScaleY="37041">
        <dgm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dgm:style>
      </dgm:prSet>
      <dgm:spPr/>
    </dgm:pt>
    <dgm:pt modelId="{1CDB9E79-1819-4B41-96BD-364C4FA5598B}" type="pres">
      <dgm:prSet presAssocID="{133BE2AD-7E2C-4C5F-877E-5B0A5C34DE37}" presName="text_3" presStyleLbl="node1" presStyleIdx="2" presStyleCnt="4">
        <dgm:presLayoutVars>
          <dgm:bulletEnabled val="1"/>
        </dgm:presLayoutVars>
      </dgm:prSet>
      <dgm:spPr/>
    </dgm:pt>
    <dgm:pt modelId="{77359DA1-25D6-4A61-8BBA-6199EAC70DC4}" type="pres">
      <dgm:prSet presAssocID="{133BE2AD-7E2C-4C5F-877E-5B0A5C34DE37}" presName="accent_3" presStyleCnt="0"/>
      <dgm:spPr/>
    </dgm:pt>
    <dgm:pt modelId="{4A5E81C0-A16F-4EB6-869D-7CBA0D750510}" type="pres">
      <dgm:prSet presAssocID="{133BE2AD-7E2C-4C5F-877E-5B0A5C34DE37}" presName="accentRepeatNode" presStyleLbl="solidFgAcc1" presStyleIdx="2" presStyleCnt="4" custScaleX="39405" custScaleY="35983">
        <dgm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dgm:style>
      </dgm:prSet>
      <dgm:spPr/>
    </dgm:pt>
    <dgm:pt modelId="{8D38EF12-B024-4305-ADFA-ABC20A71669C}" type="pres">
      <dgm:prSet presAssocID="{76489668-225E-45C7-B0CC-8645F6EBCE1D}" presName="text_4" presStyleLbl="node1" presStyleIdx="3" presStyleCnt="4">
        <dgm:presLayoutVars>
          <dgm:bulletEnabled val="1"/>
        </dgm:presLayoutVars>
      </dgm:prSet>
      <dgm:spPr/>
    </dgm:pt>
    <dgm:pt modelId="{DD69437F-5E65-426C-8AC7-596B81276A05}" type="pres">
      <dgm:prSet presAssocID="{76489668-225E-45C7-B0CC-8645F6EBCE1D}" presName="accent_4" presStyleCnt="0"/>
      <dgm:spPr/>
    </dgm:pt>
    <dgm:pt modelId="{67A8ED57-6A99-45C5-9B1E-08F066A2EB3A}" type="pres">
      <dgm:prSet presAssocID="{76489668-225E-45C7-B0CC-8645F6EBCE1D}" presName="accentRepeatNode" presStyleLbl="solidFgAcc1" presStyleIdx="3" presStyleCnt="4" custScaleX="38883" custScaleY="38245">
        <dgm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dgm:style>
      </dgm:prSet>
      <dgm:spPr/>
    </dgm:pt>
  </dgm:ptLst>
  <dgm:cxnLst>
    <dgm:cxn modelId="{15F7690A-9F1F-45F7-B04D-E7020D9F81F0}" srcId="{95DDB56C-1B59-47A4-8F28-4A404DBBE2E2}" destId="{76489668-225E-45C7-B0CC-8645F6EBCE1D}" srcOrd="3" destOrd="0" parTransId="{BFF3A279-0C68-4EFD-941A-5C11BC355943}" sibTransId="{EBBF92CB-7270-46C1-B2D4-3EEBDF2E7303}"/>
    <dgm:cxn modelId="{250DE72F-126E-4E16-86ED-BC670E876C11}" srcId="{95DDB56C-1B59-47A4-8F28-4A404DBBE2E2}" destId="{133BE2AD-7E2C-4C5F-877E-5B0A5C34DE37}" srcOrd="2" destOrd="0" parTransId="{6CF77142-0C7C-47BF-B92F-6790A613FF55}" sibTransId="{A12B70B0-04B7-440C-87F2-EB959C4C6CB9}"/>
    <dgm:cxn modelId="{2E0C4648-75C5-4338-9D63-C02B648A3724}" srcId="{95DDB56C-1B59-47A4-8F28-4A404DBBE2E2}" destId="{00434742-2EFE-45AB-913F-D5C103584E9D}" srcOrd="1" destOrd="0" parTransId="{B685E1CA-3FD2-49C9-BC7F-E5555EA2076C}" sibTransId="{E20D5373-A2B0-480A-9F06-99701F0BAB28}"/>
    <dgm:cxn modelId="{8799A392-01CC-4C40-8D1B-1087D33131F2}" srcId="{95DDB56C-1B59-47A4-8F28-4A404DBBE2E2}" destId="{8AA3FA7D-9E80-49F3-97E2-6F447BC5C206}" srcOrd="0" destOrd="0" parTransId="{359B3032-5CD2-4077-9613-1D83ACFC486C}" sibTransId="{BA4A3450-2870-42C4-9E55-A9F2F1929556}"/>
    <dgm:cxn modelId="{D33D7C96-5EB0-4280-907D-9390EB80381E}" type="presOf" srcId="{BA4A3450-2870-42C4-9E55-A9F2F1929556}" destId="{0CD25347-CA7D-4167-977D-63304833B9F2}" srcOrd="0" destOrd="0" presId="urn:microsoft.com/office/officeart/2008/layout/VerticalCurvedList"/>
    <dgm:cxn modelId="{9E66FF9E-DC66-4DF3-BF2F-F0A43C5AD31C}" type="presOf" srcId="{95DDB56C-1B59-47A4-8F28-4A404DBBE2E2}" destId="{57CE35AD-F4F4-4062-8736-CD23A83A743B}" srcOrd="0" destOrd="0" presId="urn:microsoft.com/office/officeart/2008/layout/VerticalCurvedList"/>
    <dgm:cxn modelId="{FFBE0CA0-DE39-4283-82FD-429FEA97D712}" type="presOf" srcId="{8AA3FA7D-9E80-49F3-97E2-6F447BC5C206}" destId="{2C2C65D6-520C-499E-9467-DB875E04FA2A}" srcOrd="0" destOrd="0" presId="urn:microsoft.com/office/officeart/2008/layout/VerticalCurvedList"/>
    <dgm:cxn modelId="{1FAF1CB8-2C4D-4095-9BD0-1FCFC212FE11}" type="presOf" srcId="{133BE2AD-7E2C-4C5F-877E-5B0A5C34DE37}" destId="{1CDB9E79-1819-4B41-96BD-364C4FA5598B}" srcOrd="0" destOrd="0" presId="urn:microsoft.com/office/officeart/2008/layout/VerticalCurvedList"/>
    <dgm:cxn modelId="{9D0A5FC2-FCB2-4E10-9A53-E2FD503D6ECB}" type="presOf" srcId="{00434742-2EFE-45AB-913F-D5C103584E9D}" destId="{6AEABFF8-D7BC-4A6E-9332-DB89CA503C44}" srcOrd="0" destOrd="0" presId="urn:microsoft.com/office/officeart/2008/layout/VerticalCurvedList"/>
    <dgm:cxn modelId="{85B8F3F7-06FB-4BF8-A855-01C9AC4A0FD9}" type="presOf" srcId="{76489668-225E-45C7-B0CC-8645F6EBCE1D}" destId="{8D38EF12-B024-4305-ADFA-ABC20A71669C}" srcOrd="0" destOrd="0" presId="urn:microsoft.com/office/officeart/2008/layout/VerticalCurvedList"/>
    <dgm:cxn modelId="{014BC647-8E06-4F00-9FF0-AB5C88523AAB}" type="presParOf" srcId="{57CE35AD-F4F4-4062-8736-CD23A83A743B}" destId="{914FB732-3A74-4D76-93C9-9B20F7B6FB69}" srcOrd="0" destOrd="0" presId="urn:microsoft.com/office/officeart/2008/layout/VerticalCurvedList"/>
    <dgm:cxn modelId="{4F10396F-D700-43AB-B383-445E40FD7320}" type="presParOf" srcId="{914FB732-3A74-4D76-93C9-9B20F7B6FB69}" destId="{DB56413D-9DAC-4146-8FA7-03878EDD7DF2}" srcOrd="0" destOrd="0" presId="urn:microsoft.com/office/officeart/2008/layout/VerticalCurvedList"/>
    <dgm:cxn modelId="{73D93303-8C5B-4CDD-A808-2D601416DFD2}" type="presParOf" srcId="{DB56413D-9DAC-4146-8FA7-03878EDD7DF2}" destId="{5B3EC911-DCE5-4690-B616-F0F22AE4FF74}" srcOrd="0" destOrd="0" presId="urn:microsoft.com/office/officeart/2008/layout/VerticalCurvedList"/>
    <dgm:cxn modelId="{775D43B1-A1C7-4E25-8418-AC3E766E3291}" type="presParOf" srcId="{DB56413D-9DAC-4146-8FA7-03878EDD7DF2}" destId="{0CD25347-CA7D-4167-977D-63304833B9F2}" srcOrd="1" destOrd="0" presId="urn:microsoft.com/office/officeart/2008/layout/VerticalCurvedList"/>
    <dgm:cxn modelId="{C407F20D-BB66-484F-B6C7-ECA1B12CEE59}" type="presParOf" srcId="{DB56413D-9DAC-4146-8FA7-03878EDD7DF2}" destId="{BB074236-8F15-4081-9D56-A964B6CB810A}" srcOrd="2" destOrd="0" presId="urn:microsoft.com/office/officeart/2008/layout/VerticalCurvedList"/>
    <dgm:cxn modelId="{8E05ECA8-8B04-443D-8583-7E5115418470}" type="presParOf" srcId="{DB56413D-9DAC-4146-8FA7-03878EDD7DF2}" destId="{ED0CFB09-C682-413B-A359-CBC8408A9AD4}" srcOrd="3" destOrd="0" presId="urn:microsoft.com/office/officeart/2008/layout/VerticalCurvedList"/>
    <dgm:cxn modelId="{896FADBC-FB53-4EBD-B9B9-2328738EC7F4}" type="presParOf" srcId="{914FB732-3A74-4D76-93C9-9B20F7B6FB69}" destId="{2C2C65D6-520C-499E-9467-DB875E04FA2A}" srcOrd="1" destOrd="0" presId="urn:microsoft.com/office/officeart/2008/layout/VerticalCurvedList"/>
    <dgm:cxn modelId="{AA560CA0-BBD7-45E9-B484-53F7A45A3F05}" type="presParOf" srcId="{914FB732-3A74-4D76-93C9-9B20F7B6FB69}" destId="{56282216-A49B-4AB8-9908-A84822DEF0DC}" srcOrd="2" destOrd="0" presId="urn:microsoft.com/office/officeart/2008/layout/VerticalCurvedList"/>
    <dgm:cxn modelId="{B5D0962C-A0C1-4016-87DA-C03405602618}" type="presParOf" srcId="{56282216-A49B-4AB8-9908-A84822DEF0DC}" destId="{51D75BAC-CA6F-43C7-9BB2-72426F31A016}" srcOrd="0" destOrd="0" presId="urn:microsoft.com/office/officeart/2008/layout/VerticalCurvedList"/>
    <dgm:cxn modelId="{312398DF-FC07-48B2-AA16-1BE96DD3ECB4}" type="presParOf" srcId="{914FB732-3A74-4D76-93C9-9B20F7B6FB69}" destId="{6AEABFF8-D7BC-4A6E-9332-DB89CA503C44}" srcOrd="3" destOrd="0" presId="urn:microsoft.com/office/officeart/2008/layout/VerticalCurvedList"/>
    <dgm:cxn modelId="{5BDF5B26-D3E7-4DC9-B07A-053429BD459A}" type="presParOf" srcId="{914FB732-3A74-4D76-93C9-9B20F7B6FB69}" destId="{A5B70A37-7E32-4CF7-84BD-3198A2803F92}" srcOrd="4" destOrd="0" presId="urn:microsoft.com/office/officeart/2008/layout/VerticalCurvedList"/>
    <dgm:cxn modelId="{21739D98-D31E-4127-97C5-A8AB4320065A}" type="presParOf" srcId="{A5B70A37-7E32-4CF7-84BD-3198A2803F92}" destId="{9442D895-35E3-414F-8D73-85E2F5342B2E}" srcOrd="0" destOrd="0" presId="urn:microsoft.com/office/officeart/2008/layout/VerticalCurvedList"/>
    <dgm:cxn modelId="{A64F888C-A3E6-420B-8B00-17C17F8D8C24}" type="presParOf" srcId="{914FB732-3A74-4D76-93C9-9B20F7B6FB69}" destId="{1CDB9E79-1819-4B41-96BD-364C4FA5598B}" srcOrd="5" destOrd="0" presId="urn:microsoft.com/office/officeart/2008/layout/VerticalCurvedList"/>
    <dgm:cxn modelId="{CA490CF6-9F26-4362-8CCE-1CD25A459F51}" type="presParOf" srcId="{914FB732-3A74-4D76-93C9-9B20F7B6FB69}" destId="{77359DA1-25D6-4A61-8BBA-6199EAC70DC4}" srcOrd="6" destOrd="0" presId="urn:microsoft.com/office/officeart/2008/layout/VerticalCurvedList"/>
    <dgm:cxn modelId="{C5805C51-1F4B-455E-9880-72131AD2C150}" type="presParOf" srcId="{77359DA1-25D6-4A61-8BBA-6199EAC70DC4}" destId="{4A5E81C0-A16F-4EB6-869D-7CBA0D750510}" srcOrd="0" destOrd="0" presId="urn:microsoft.com/office/officeart/2008/layout/VerticalCurvedList"/>
    <dgm:cxn modelId="{B392635C-B08F-4999-8C5D-D2D13A6F0576}" type="presParOf" srcId="{914FB732-3A74-4D76-93C9-9B20F7B6FB69}" destId="{8D38EF12-B024-4305-ADFA-ABC20A71669C}" srcOrd="7" destOrd="0" presId="urn:microsoft.com/office/officeart/2008/layout/VerticalCurvedList"/>
    <dgm:cxn modelId="{D4F383D6-C7F9-400F-A124-35978FFAE4CC}" type="presParOf" srcId="{914FB732-3A74-4D76-93C9-9B20F7B6FB69}" destId="{DD69437F-5E65-426C-8AC7-596B81276A05}" srcOrd="8" destOrd="0" presId="urn:microsoft.com/office/officeart/2008/layout/VerticalCurvedList"/>
    <dgm:cxn modelId="{BEB8FBC3-AE34-4BA9-BDCE-86280CF3D3C9}" type="presParOf" srcId="{DD69437F-5E65-426C-8AC7-596B81276A05}" destId="{67A8ED57-6A99-45C5-9B1E-08F066A2EB3A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1ACE38F-8BED-49E8-8BEB-4CCDF7D60A14}" type="doc">
      <dgm:prSet loTypeId="urn:microsoft.com/office/officeart/2008/layout/AlternatingHexagons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FE5C32FB-5D5C-4448-90A9-CDD50C2CE801}">
      <dgm:prSet phldrT="[Текст]" phldr="0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dirty="0"/>
            <a:t>глаголы</a:t>
          </a:r>
        </a:p>
      </dgm:t>
    </dgm:pt>
    <dgm:pt modelId="{E88A93D0-95F5-462C-8124-9620A5468D6F}" type="parTrans" cxnId="{D0579680-15F7-4211-8BCD-41C5722C3CE2}">
      <dgm:prSet/>
      <dgm:spPr/>
      <dgm:t>
        <a:bodyPr/>
        <a:lstStyle/>
        <a:p>
          <a:endParaRPr lang="ru-RU"/>
        </a:p>
      </dgm:t>
    </dgm:pt>
    <dgm:pt modelId="{CA441FFE-7FCB-497F-BC70-15644FB02997}" type="sibTrans" cxnId="{D0579680-15F7-4211-8BCD-41C5722C3CE2}">
      <dgm:prSet>
        <dgm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ru-RU"/>
        </a:p>
      </dgm:t>
    </dgm:pt>
    <dgm:pt modelId="{BB899886-3B61-429D-8D5E-362FBD0D7563}">
      <dgm:prSet phldrT="[Текст]" phldr="1">
        <dgm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ru-RU"/>
        </a:p>
      </dgm:t>
    </dgm:pt>
    <dgm:pt modelId="{263A8487-3309-4207-858F-CBC7CDE1C40C}" type="sibTrans" cxnId="{AA2F781D-6AEF-490E-BA00-26F07CE83CD0}">
      <dgm:prSet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dirty="0"/>
            <a:t>приставки</a:t>
          </a:r>
        </a:p>
      </dgm:t>
    </dgm:pt>
    <dgm:pt modelId="{7652AB92-2504-4994-A7CB-7DF6EDEE6515}" type="parTrans" cxnId="{AA2F781D-6AEF-490E-BA00-26F07CE83CD0}">
      <dgm:prSet/>
      <dgm:spPr/>
      <dgm:t>
        <a:bodyPr/>
        <a:lstStyle/>
        <a:p>
          <a:endParaRPr lang="ru-RU"/>
        </a:p>
      </dgm:t>
    </dgm:pt>
    <dgm:pt modelId="{68BAB208-EC97-4D97-95CE-1ED9D9D78128}">
      <dgm:prSet phldrT="[Текст]" phldr="1">
        <dgm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ru-RU" dirty="0"/>
        </a:p>
      </dgm:t>
    </dgm:pt>
    <dgm:pt modelId="{5C5D2A70-27B7-4EEE-95A0-0EACBEC4F2F1}" type="sibTrans" cxnId="{2F7F5DF5-982D-4D9F-8039-757AB61540F3}">
      <dgm:prSet>
        <dgm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ru-RU"/>
        </a:p>
      </dgm:t>
    </dgm:pt>
    <dgm:pt modelId="{10986402-3DAC-4E93-8AD5-83EB04660A9D}" type="parTrans" cxnId="{2F7F5DF5-982D-4D9F-8039-757AB61540F3}">
      <dgm:prSet/>
      <dgm:spPr/>
      <dgm:t>
        <a:bodyPr/>
        <a:lstStyle/>
        <a:p>
          <a:endParaRPr lang="ru-RU"/>
        </a:p>
      </dgm:t>
    </dgm:pt>
    <dgm:pt modelId="{1A180E30-BBC7-4540-9F99-BACAE2CAF05C}" type="pres">
      <dgm:prSet presAssocID="{D1ACE38F-8BED-49E8-8BEB-4CCDF7D60A14}" presName="Name0" presStyleCnt="0">
        <dgm:presLayoutVars>
          <dgm:chMax/>
          <dgm:chPref/>
          <dgm:dir/>
          <dgm:animLvl val="lvl"/>
        </dgm:presLayoutVars>
      </dgm:prSet>
      <dgm:spPr/>
    </dgm:pt>
    <dgm:pt modelId="{2EAD69DE-FCB4-43B1-859F-AB741E151339}" type="pres">
      <dgm:prSet presAssocID="{FE5C32FB-5D5C-4448-90A9-CDD50C2CE801}" presName="composite" presStyleCnt="0"/>
      <dgm:spPr/>
    </dgm:pt>
    <dgm:pt modelId="{8B810356-5915-4CCE-B491-C1B774A2909D}" type="pres">
      <dgm:prSet presAssocID="{FE5C32FB-5D5C-4448-90A9-CDD50C2CE801}" presName="Parent1" presStyleLbl="node1" presStyleIdx="0" presStyleCnt="6">
        <dgm:presLayoutVars>
          <dgm:chMax val="1"/>
          <dgm:chPref val="1"/>
          <dgm:bulletEnabled val="1"/>
        </dgm:presLayoutVars>
      </dgm:prSet>
      <dgm:spPr/>
    </dgm:pt>
    <dgm:pt modelId="{06C1396D-1B19-4D11-88E4-E0036E433F28}" type="pres">
      <dgm:prSet presAssocID="{FE5C32FB-5D5C-4448-90A9-CDD50C2CE801}" presName="Childtext1" presStyleLbl="revTx" presStyleIdx="0" presStyleCnt="3">
        <dgm:presLayoutVars>
          <dgm:chMax val="0"/>
          <dgm:chPref val="0"/>
          <dgm:bulletEnabled val="1"/>
        </dgm:presLayoutVars>
      </dgm:prSet>
      <dgm:spPr/>
    </dgm:pt>
    <dgm:pt modelId="{27A36FFC-496E-4315-B97A-C23E17C929E9}" type="pres">
      <dgm:prSet presAssocID="{FE5C32FB-5D5C-4448-90A9-CDD50C2CE801}" presName="BalanceSpacing" presStyleCnt="0"/>
      <dgm:spPr/>
    </dgm:pt>
    <dgm:pt modelId="{B2B68BF7-1428-4D55-BA14-731068917061}" type="pres">
      <dgm:prSet presAssocID="{FE5C32FB-5D5C-4448-90A9-CDD50C2CE801}" presName="BalanceSpacing1" presStyleCnt="0"/>
      <dgm:spPr/>
    </dgm:pt>
    <dgm:pt modelId="{357EB391-034C-4293-BDD3-FC75C7E3D33F}" type="pres">
      <dgm:prSet presAssocID="{CA441FFE-7FCB-497F-BC70-15644FB02997}" presName="Accent1Text" presStyleLbl="node1" presStyleIdx="1" presStyleCnt="6"/>
      <dgm:spPr/>
    </dgm:pt>
    <dgm:pt modelId="{9FC67C8E-E4E1-45DF-9C61-D6A461A2C0D7}" type="pres">
      <dgm:prSet presAssocID="{CA441FFE-7FCB-497F-BC70-15644FB02997}" presName="spaceBetweenRectangles" presStyleCnt="0"/>
      <dgm:spPr/>
    </dgm:pt>
    <dgm:pt modelId="{83110B41-FA23-4A6E-8F63-544426CF3C76}" type="pres">
      <dgm:prSet presAssocID="{68BAB208-EC97-4D97-95CE-1ED9D9D78128}" presName="composite" presStyleCnt="0"/>
      <dgm:spPr/>
    </dgm:pt>
    <dgm:pt modelId="{05E8A769-8175-4DDB-B9D7-D95718F637BF}" type="pres">
      <dgm:prSet presAssocID="{68BAB208-EC97-4D97-95CE-1ED9D9D78128}" presName="Parent1" presStyleLbl="node1" presStyleIdx="2" presStyleCnt="6">
        <dgm:presLayoutVars>
          <dgm:chMax val="1"/>
          <dgm:chPref val="1"/>
          <dgm:bulletEnabled val="1"/>
        </dgm:presLayoutVars>
      </dgm:prSet>
      <dgm:spPr/>
    </dgm:pt>
    <dgm:pt modelId="{17B9F5CB-FA98-4FF3-BB47-AB31DB919B53}" type="pres">
      <dgm:prSet presAssocID="{68BAB208-EC97-4D97-95CE-1ED9D9D78128}" presName="Childtext1" presStyleLbl="revTx" presStyleIdx="1" presStyleCnt="3">
        <dgm:presLayoutVars>
          <dgm:chMax val="0"/>
          <dgm:chPref val="0"/>
          <dgm:bulletEnabled val="1"/>
        </dgm:presLayoutVars>
      </dgm:prSet>
      <dgm:spPr/>
    </dgm:pt>
    <dgm:pt modelId="{D4D8509C-9746-4FF0-A2EF-9C8935A3A8E2}" type="pres">
      <dgm:prSet presAssocID="{68BAB208-EC97-4D97-95CE-1ED9D9D78128}" presName="BalanceSpacing" presStyleCnt="0"/>
      <dgm:spPr/>
    </dgm:pt>
    <dgm:pt modelId="{682E8AAC-90A0-4B72-95FF-09C65A7E0D28}" type="pres">
      <dgm:prSet presAssocID="{68BAB208-EC97-4D97-95CE-1ED9D9D78128}" presName="BalanceSpacing1" presStyleCnt="0"/>
      <dgm:spPr/>
    </dgm:pt>
    <dgm:pt modelId="{1F8423C4-B0AE-46B6-AE82-BF09E74589AF}" type="pres">
      <dgm:prSet presAssocID="{5C5D2A70-27B7-4EEE-95A0-0EACBEC4F2F1}" presName="Accent1Text" presStyleLbl="node1" presStyleIdx="3" presStyleCnt="6"/>
      <dgm:spPr/>
    </dgm:pt>
    <dgm:pt modelId="{01D3B404-EDFC-4B50-83CE-86CF6BC8D2A2}" type="pres">
      <dgm:prSet presAssocID="{5C5D2A70-27B7-4EEE-95A0-0EACBEC4F2F1}" presName="spaceBetweenRectangles" presStyleCnt="0"/>
      <dgm:spPr/>
    </dgm:pt>
    <dgm:pt modelId="{4011B5D6-6CC7-4761-8909-F498EABA51EC}" type="pres">
      <dgm:prSet presAssocID="{BB899886-3B61-429D-8D5E-362FBD0D7563}" presName="composite" presStyleCnt="0"/>
      <dgm:spPr/>
    </dgm:pt>
    <dgm:pt modelId="{C4B3B84E-62F2-4066-AAE9-6B8EE2C7C821}" type="pres">
      <dgm:prSet presAssocID="{BB899886-3B61-429D-8D5E-362FBD0D7563}" presName="Parent1" presStyleLbl="node1" presStyleIdx="4" presStyleCnt="6">
        <dgm:presLayoutVars>
          <dgm:chMax val="1"/>
          <dgm:chPref val="1"/>
          <dgm:bulletEnabled val="1"/>
        </dgm:presLayoutVars>
      </dgm:prSet>
      <dgm:spPr/>
    </dgm:pt>
    <dgm:pt modelId="{1691732A-3555-43C6-8028-AA9E892559C4}" type="pres">
      <dgm:prSet presAssocID="{BB899886-3B61-429D-8D5E-362FBD0D7563}" presName="Childtext1" presStyleLbl="revTx" presStyleIdx="2" presStyleCnt="3">
        <dgm:presLayoutVars>
          <dgm:chMax val="0"/>
          <dgm:chPref val="0"/>
          <dgm:bulletEnabled val="1"/>
        </dgm:presLayoutVars>
      </dgm:prSet>
      <dgm:spPr/>
    </dgm:pt>
    <dgm:pt modelId="{2F48B68F-6633-48BF-84B9-1173A9DE738C}" type="pres">
      <dgm:prSet presAssocID="{BB899886-3B61-429D-8D5E-362FBD0D7563}" presName="BalanceSpacing" presStyleCnt="0"/>
      <dgm:spPr/>
    </dgm:pt>
    <dgm:pt modelId="{958697F4-2141-4FB3-BF45-FEDC4BDB8D8C}" type="pres">
      <dgm:prSet presAssocID="{BB899886-3B61-429D-8D5E-362FBD0D7563}" presName="BalanceSpacing1" presStyleCnt="0"/>
      <dgm:spPr/>
    </dgm:pt>
    <dgm:pt modelId="{E8CFE2EE-7941-489F-9121-C3CDC4AF93B4}" type="pres">
      <dgm:prSet presAssocID="{263A8487-3309-4207-858F-CBC7CDE1C40C}" presName="Accent1Text" presStyleLbl="node1" presStyleIdx="5" presStyleCnt="6"/>
      <dgm:spPr/>
    </dgm:pt>
  </dgm:ptLst>
  <dgm:cxnLst>
    <dgm:cxn modelId="{AF48D809-8D5E-4088-86EE-7D47CB7BE874}" type="presOf" srcId="{FE5C32FB-5D5C-4448-90A9-CDD50C2CE801}" destId="{8B810356-5915-4CCE-B491-C1B774A2909D}" srcOrd="0" destOrd="0" presId="urn:microsoft.com/office/officeart/2008/layout/AlternatingHexagons"/>
    <dgm:cxn modelId="{AA2F781D-6AEF-490E-BA00-26F07CE83CD0}" srcId="{D1ACE38F-8BED-49E8-8BEB-4CCDF7D60A14}" destId="{BB899886-3B61-429D-8D5E-362FBD0D7563}" srcOrd="2" destOrd="0" parTransId="{7652AB92-2504-4994-A7CB-7DF6EDEE6515}" sibTransId="{263A8487-3309-4207-858F-CBC7CDE1C40C}"/>
    <dgm:cxn modelId="{EA44DF63-41AE-4CD4-AA8B-DF3514342FF1}" type="presOf" srcId="{263A8487-3309-4207-858F-CBC7CDE1C40C}" destId="{E8CFE2EE-7941-489F-9121-C3CDC4AF93B4}" srcOrd="0" destOrd="0" presId="urn:microsoft.com/office/officeart/2008/layout/AlternatingHexagons"/>
    <dgm:cxn modelId="{D0579680-15F7-4211-8BCD-41C5722C3CE2}" srcId="{D1ACE38F-8BED-49E8-8BEB-4CCDF7D60A14}" destId="{FE5C32FB-5D5C-4448-90A9-CDD50C2CE801}" srcOrd="0" destOrd="0" parTransId="{E88A93D0-95F5-462C-8124-9620A5468D6F}" sibTransId="{CA441FFE-7FCB-497F-BC70-15644FB02997}"/>
    <dgm:cxn modelId="{4AD13D81-FB1D-4B2E-B1DA-4B893967739A}" type="presOf" srcId="{CA441FFE-7FCB-497F-BC70-15644FB02997}" destId="{357EB391-034C-4293-BDD3-FC75C7E3D33F}" srcOrd="0" destOrd="0" presId="urn:microsoft.com/office/officeart/2008/layout/AlternatingHexagons"/>
    <dgm:cxn modelId="{053A1A97-36E4-448D-973C-8BCA716BE603}" type="presOf" srcId="{BB899886-3B61-429D-8D5E-362FBD0D7563}" destId="{C4B3B84E-62F2-4066-AAE9-6B8EE2C7C821}" srcOrd="0" destOrd="0" presId="urn:microsoft.com/office/officeart/2008/layout/AlternatingHexagons"/>
    <dgm:cxn modelId="{71F43AD6-2526-4DBB-BDFF-4F8223C7F266}" type="presOf" srcId="{D1ACE38F-8BED-49E8-8BEB-4CCDF7D60A14}" destId="{1A180E30-BBC7-4540-9F99-BACAE2CAF05C}" srcOrd="0" destOrd="0" presId="urn:microsoft.com/office/officeart/2008/layout/AlternatingHexagons"/>
    <dgm:cxn modelId="{E031BBDA-8BB3-4B9D-A976-E6C9BC61A8CA}" type="presOf" srcId="{68BAB208-EC97-4D97-95CE-1ED9D9D78128}" destId="{05E8A769-8175-4DDB-B9D7-D95718F637BF}" srcOrd="0" destOrd="0" presId="urn:microsoft.com/office/officeart/2008/layout/AlternatingHexagons"/>
    <dgm:cxn modelId="{78A6A5EA-B658-405A-ABBB-9D4C0C04FEB4}" type="presOf" srcId="{5C5D2A70-27B7-4EEE-95A0-0EACBEC4F2F1}" destId="{1F8423C4-B0AE-46B6-AE82-BF09E74589AF}" srcOrd="0" destOrd="0" presId="urn:microsoft.com/office/officeart/2008/layout/AlternatingHexagons"/>
    <dgm:cxn modelId="{2F7F5DF5-982D-4D9F-8039-757AB61540F3}" srcId="{D1ACE38F-8BED-49E8-8BEB-4CCDF7D60A14}" destId="{68BAB208-EC97-4D97-95CE-1ED9D9D78128}" srcOrd="1" destOrd="0" parTransId="{10986402-3DAC-4E93-8AD5-83EB04660A9D}" sibTransId="{5C5D2A70-27B7-4EEE-95A0-0EACBEC4F2F1}"/>
    <dgm:cxn modelId="{C27472D5-7903-4009-8010-87A183D9C144}" type="presParOf" srcId="{1A180E30-BBC7-4540-9F99-BACAE2CAF05C}" destId="{2EAD69DE-FCB4-43B1-859F-AB741E151339}" srcOrd="0" destOrd="0" presId="urn:microsoft.com/office/officeart/2008/layout/AlternatingHexagons"/>
    <dgm:cxn modelId="{94C4B620-EB3F-47C0-BF84-A1B16664811A}" type="presParOf" srcId="{2EAD69DE-FCB4-43B1-859F-AB741E151339}" destId="{8B810356-5915-4CCE-B491-C1B774A2909D}" srcOrd="0" destOrd="0" presId="urn:microsoft.com/office/officeart/2008/layout/AlternatingHexagons"/>
    <dgm:cxn modelId="{AF52D2E0-F0BE-407A-A0A4-647EF92DA19A}" type="presParOf" srcId="{2EAD69DE-FCB4-43B1-859F-AB741E151339}" destId="{06C1396D-1B19-4D11-88E4-E0036E433F28}" srcOrd="1" destOrd="0" presId="urn:microsoft.com/office/officeart/2008/layout/AlternatingHexagons"/>
    <dgm:cxn modelId="{4A2C892F-8C1B-4B16-A7C7-A95D6E6DB2DB}" type="presParOf" srcId="{2EAD69DE-FCB4-43B1-859F-AB741E151339}" destId="{27A36FFC-496E-4315-B97A-C23E17C929E9}" srcOrd="2" destOrd="0" presId="urn:microsoft.com/office/officeart/2008/layout/AlternatingHexagons"/>
    <dgm:cxn modelId="{052E41E7-8398-4B98-84B4-BF6F26CCA47D}" type="presParOf" srcId="{2EAD69DE-FCB4-43B1-859F-AB741E151339}" destId="{B2B68BF7-1428-4D55-BA14-731068917061}" srcOrd="3" destOrd="0" presId="urn:microsoft.com/office/officeart/2008/layout/AlternatingHexagons"/>
    <dgm:cxn modelId="{7E2D81D6-BB97-4F3E-A0F4-8033C596C94A}" type="presParOf" srcId="{2EAD69DE-FCB4-43B1-859F-AB741E151339}" destId="{357EB391-034C-4293-BDD3-FC75C7E3D33F}" srcOrd="4" destOrd="0" presId="urn:microsoft.com/office/officeart/2008/layout/AlternatingHexagons"/>
    <dgm:cxn modelId="{D8DDB4DA-3831-4AB4-B9E0-157EDF764015}" type="presParOf" srcId="{1A180E30-BBC7-4540-9F99-BACAE2CAF05C}" destId="{9FC67C8E-E4E1-45DF-9C61-D6A461A2C0D7}" srcOrd="1" destOrd="0" presId="urn:microsoft.com/office/officeart/2008/layout/AlternatingHexagons"/>
    <dgm:cxn modelId="{C6D1AC40-3A5C-4CE0-A2A5-8B3DF1D6AAA7}" type="presParOf" srcId="{1A180E30-BBC7-4540-9F99-BACAE2CAF05C}" destId="{83110B41-FA23-4A6E-8F63-544426CF3C76}" srcOrd="2" destOrd="0" presId="urn:microsoft.com/office/officeart/2008/layout/AlternatingHexagons"/>
    <dgm:cxn modelId="{03A4AD9E-1B5B-45C3-9BE9-A543D93D4688}" type="presParOf" srcId="{83110B41-FA23-4A6E-8F63-544426CF3C76}" destId="{05E8A769-8175-4DDB-B9D7-D95718F637BF}" srcOrd="0" destOrd="0" presId="urn:microsoft.com/office/officeart/2008/layout/AlternatingHexagons"/>
    <dgm:cxn modelId="{6D61E325-6872-419A-B380-42E1C848F01F}" type="presParOf" srcId="{83110B41-FA23-4A6E-8F63-544426CF3C76}" destId="{17B9F5CB-FA98-4FF3-BB47-AB31DB919B53}" srcOrd="1" destOrd="0" presId="urn:microsoft.com/office/officeart/2008/layout/AlternatingHexagons"/>
    <dgm:cxn modelId="{62C7CDA6-F96F-43C3-B007-5750A963CC2D}" type="presParOf" srcId="{83110B41-FA23-4A6E-8F63-544426CF3C76}" destId="{D4D8509C-9746-4FF0-A2EF-9C8935A3A8E2}" srcOrd="2" destOrd="0" presId="urn:microsoft.com/office/officeart/2008/layout/AlternatingHexagons"/>
    <dgm:cxn modelId="{8DF9283E-1D5F-49B9-A4CF-1E88068289BD}" type="presParOf" srcId="{83110B41-FA23-4A6E-8F63-544426CF3C76}" destId="{682E8AAC-90A0-4B72-95FF-09C65A7E0D28}" srcOrd="3" destOrd="0" presId="urn:microsoft.com/office/officeart/2008/layout/AlternatingHexagons"/>
    <dgm:cxn modelId="{19EE8857-EBD3-4790-89B5-F3906876958E}" type="presParOf" srcId="{83110B41-FA23-4A6E-8F63-544426CF3C76}" destId="{1F8423C4-B0AE-46B6-AE82-BF09E74589AF}" srcOrd="4" destOrd="0" presId="urn:microsoft.com/office/officeart/2008/layout/AlternatingHexagons"/>
    <dgm:cxn modelId="{E4B582DB-829A-41D3-9633-4A377F9946AF}" type="presParOf" srcId="{1A180E30-BBC7-4540-9F99-BACAE2CAF05C}" destId="{01D3B404-EDFC-4B50-83CE-86CF6BC8D2A2}" srcOrd="3" destOrd="0" presId="urn:microsoft.com/office/officeart/2008/layout/AlternatingHexagons"/>
    <dgm:cxn modelId="{0AF55445-AC78-4478-88C2-AE0FEACD9DA8}" type="presParOf" srcId="{1A180E30-BBC7-4540-9F99-BACAE2CAF05C}" destId="{4011B5D6-6CC7-4761-8909-F498EABA51EC}" srcOrd="4" destOrd="0" presId="urn:microsoft.com/office/officeart/2008/layout/AlternatingHexagons"/>
    <dgm:cxn modelId="{48A28A74-CFDC-4C1D-B4DF-EEC9492A7587}" type="presParOf" srcId="{4011B5D6-6CC7-4761-8909-F498EABA51EC}" destId="{C4B3B84E-62F2-4066-AAE9-6B8EE2C7C821}" srcOrd="0" destOrd="0" presId="urn:microsoft.com/office/officeart/2008/layout/AlternatingHexagons"/>
    <dgm:cxn modelId="{E83D4DC1-8092-4B38-8C70-83EDA6DC643D}" type="presParOf" srcId="{4011B5D6-6CC7-4761-8909-F498EABA51EC}" destId="{1691732A-3555-43C6-8028-AA9E892559C4}" srcOrd="1" destOrd="0" presId="urn:microsoft.com/office/officeart/2008/layout/AlternatingHexagons"/>
    <dgm:cxn modelId="{91C6FD41-A18C-41BF-A274-AA0BCBDF2127}" type="presParOf" srcId="{4011B5D6-6CC7-4761-8909-F498EABA51EC}" destId="{2F48B68F-6633-48BF-84B9-1173A9DE738C}" srcOrd="2" destOrd="0" presId="urn:microsoft.com/office/officeart/2008/layout/AlternatingHexagons"/>
    <dgm:cxn modelId="{65A35B75-83CB-49FA-A491-EB0BA54E719A}" type="presParOf" srcId="{4011B5D6-6CC7-4761-8909-F498EABA51EC}" destId="{958697F4-2141-4FB3-BF45-FEDC4BDB8D8C}" srcOrd="3" destOrd="0" presId="urn:microsoft.com/office/officeart/2008/layout/AlternatingHexagons"/>
    <dgm:cxn modelId="{9BCBFF79-B878-479E-A734-24F672096835}" type="presParOf" srcId="{4011B5D6-6CC7-4761-8909-F498EABA51EC}" destId="{E8CFE2EE-7941-489F-9121-C3CDC4AF93B4}" srcOrd="4" destOrd="0" presId="urn:microsoft.com/office/officeart/2008/layout/AlternatingHexagons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1ACE38F-8BED-49E8-8BEB-4CCDF7D60A14}" type="doc">
      <dgm:prSet loTypeId="urn:microsoft.com/office/officeart/2008/layout/AlternatingHexagons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FE5C32FB-5D5C-4448-90A9-CDD50C2CE801}">
      <dgm:prSet phldrT="[Текст]" phldr="0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dirty="0"/>
            <a:t>леммы</a:t>
          </a:r>
        </a:p>
      </dgm:t>
    </dgm:pt>
    <dgm:pt modelId="{E88A93D0-95F5-462C-8124-9620A5468D6F}" type="parTrans" cxnId="{D0579680-15F7-4211-8BCD-41C5722C3CE2}">
      <dgm:prSet/>
      <dgm:spPr/>
      <dgm:t>
        <a:bodyPr/>
        <a:lstStyle/>
        <a:p>
          <a:endParaRPr lang="ru-RU"/>
        </a:p>
      </dgm:t>
    </dgm:pt>
    <dgm:pt modelId="{CA441FFE-7FCB-497F-BC70-15644FB02997}" type="sibTrans" cxnId="{D0579680-15F7-4211-8BCD-41C5722C3CE2}">
      <dgm:prSet>
        <dgm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ru-RU"/>
        </a:p>
      </dgm:t>
    </dgm:pt>
    <dgm:pt modelId="{68BAB208-EC97-4D97-95CE-1ED9D9D78128}">
      <dgm:prSet phldrT="[Текст]" phldr="0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dirty="0"/>
            <a:t>стоп-слова</a:t>
          </a:r>
        </a:p>
      </dgm:t>
    </dgm:pt>
    <dgm:pt modelId="{5C5D2A70-27B7-4EEE-95A0-0EACBEC4F2F1}" type="sibTrans" cxnId="{2F7F5DF5-982D-4D9F-8039-757AB61540F3}">
      <dgm:prSet>
        <dgm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ru-RU"/>
        </a:p>
      </dgm:t>
    </dgm:pt>
    <dgm:pt modelId="{10986402-3DAC-4E93-8AD5-83EB04660A9D}" type="parTrans" cxnId="{2F7F5DF5-982D-4D9F-8039-757AB61540F3}">
      <dgm:prSet/>
      <dgm:spPr/>
      <dgm:t>
        <a:bodyPr/>
        <a:lstStyle/>
        <a:p>
          <a:endParaRPr lang="ru-RU"/>
        </a:p>
      </dgm:t>
    </dgm:pt>
    <dgm:pt modelId="{BB899886-3B61-429D-8D5E-362FBD0D7563}">
      <dgm:prSet phldrT="[Текст]" phldr="1">
        <dgm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ru-RU"/>
        </a:p>
      </dgm:t>
    </dgm:pt>
    <dgm:pt modelId="{263A8487-3309-4207-858F-CBC7CDE1C40C}" type="sibTrans" cxnId="{AA2F781D-6AEF-490E-BA00-26F07CE83CD0}">
      <dgm:prSet custT="1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sz="1000" dirty="0"/>
            <a:t>части речи</a:t>
          </a:r>
        </a:p>
      </dgm:t>
    </dgm:pt>
    <dgm:pt modelId="{7652AB92-2504-4994-A7CB-7DF6EDEE6515}" type="parTrans" cxnId="{AA2F781D-6AEF-490E-BA00-26F07CE83CD0}">
      <dgm:prSet/>
      <dgm:spPr/>
      <dgm:t>
        <a:bodyPr/>
        <a:lstStyle/>
        <a:p>
          <a:endParaRPr lang="ru-RU"/>
        </a:p>
      </dgm:t>
    </dgm:pt>
    <dgm:pt modelId="{1A180E30-BBC7-4540-9F99-BACAE2CAF05C}" type="pres">
      <dgm:prSet presAssocID="{D1ACE38F-8BED-49E8-8BEB-4CCDF7D60A14}" presName="Name0" presStyleCnt="0">
        <dgm:presLayoutVars>
          <dgm:chMax/>
          <dgm:chPref/>
          <dgm:dir/>
          <dgm:animLvl val="lvl"/>
        </dgm:presLayoutVars>
      </dgm:prSet>
      <dgm:spPr/>
    </dgm:pt>
    <dgm:pt modelId="{2EAD69DE-FCB4-43B1-859F-AB741E151339}" type="pres">
      <dgm:prSet presAssocID="{FE5C32FB-5D5C-4448-90A9-CDD50C2CE801}" presName="composite" presStyleCnt="0"/>
      <dgm:spPr/>
    </dgm:pt>
    <dgm:pt modelId="{8B810356-5915-4CCE-B491-C1B774A2909D}" type="pres">
      <dgm:prSet presAssocID="{FE5C32FB-5D5C-4448-90A9-CDD50C2CE801}" presName="Parent1" presStyleLbl="node1" presStyleIdx="0" presStyleCnt="6">
        <dgm:presLayoutVars>
          <dgm:chMax val="1"/>
          <dgm:chPref val="1"/>
          <dgm:bulletEnabled val="1"/>
        </dgm:presLayoutVars>
      </dgm:prSet>
      <dgm:spPr/>
    </dgm:pt>
    <dgm:pt modelId="{06C1396D-1B19-4D11-88E4-E0036E433F28}" type="pres">
      <dgm:prSet presAssocID="{FE5C32FB-5D5C-4448-90A9-CDD50C2CE801}" presName="Childtext1" presStyleLbl="revTx" presStyleIdx="0" presStyleCnt="3">
        <dgm:presLayoutVars>
          <dgm:chMax val="0"/>
          <dgm:chPref val="0"/>
          <dgm:bulletEnabled val="1"/>
        </dgm:presLayoutVars>
      </dgm:prSet>
      <dgm:spPr/>
    </dgm:pt>
    <dgm:pt modelId="{27A36FFC-496E-4315-B97A-C23E17C929E9}" type="pres">
      <dgm:prSet presAssocID="{FE5C32FB-5D5C-4448-90A9-CDD50C2CE801}" presName="BalanceSpacing" presStyleCnt="0"/>
      <dgm:spPr/>
    </dgm:pt>
    <dgm:pt modelId="{B2B68BF7-1428-4D55-BA14-731068917061}" type="pres">
      <dgm:prSet presAssocID="{FE5C32FB-5D5C-4448-90A9-CDD50C2CE801}" presName="BalanceSpacing1" presStyleCnt="0"/>
      <dgm:spPr/>
    </dgm:pt>
    <dgm:pt modelId="{357EB391-034C-4293-BDD3-FC75C7E3D33F}" type="pres">
      <dgm:prSet presAssocID="{CA441FFE-7FCB-497F-BC70-15644FB02997}" presName="Accent1Text" presStyleLbl="node1" presStyleIdx="1" presStyleCnt="6"/>
      <dgm:spPr/>
    </dgm:pt>
    <dgm:pt modelId="{9FC67C8E-E4E1-45DF-9C61-D6A461A2C0D7}" type="pres">
      <dgm:prSet presAssocID="{CA441FFE-7FCB-497F-BC70-15644FB02997}" presName="spaceBetweenRectangles" presStyleCnt="0"/>
      <dgm:spPr/>
    </dgm:pt>
    <dgm:pt modelId="{83110B41-FA23-4A6E-8F63-544426CF3C76}" type="pres">
      <dgm:prSet presAssocID="{68BAB208-EC97-4D97-95CE-1ED9D9D78128}" presName="composite" presStyleCnt="0"/>
      <dgm:spPr/>
    </dgm:pt>
    <dgm:pt modelId="{05E8A769-8175-4DDB-B9D7-D95718F637BF}" type="pres">
      <dgm:prSet presAssocID="{68BAB208-EC97-4D97-95CE-1ED9D9D78128}" presName="Parent1" presStyleLbl="node1" presStyleIdx="2" presStyleCnt="6">
        <dgm:presLayoutVars>
          <dgm:chMax val="1"/>
          <dgm:chPref val="1"/>
          <dgm:bulletEnabled val="1"/>
        </dgm:presLayoutVars>
      </dgm:prSet>
      <dgm:spPr/>
    </dgm:pt>
    <dgm:pt modelId="{17B9F5CB-FA98-4FF3-BB47-AB31DB919B53}" type="pres">
      <dgm:prSet presAssocID="{68BAB208-EC97-4D97-95CE-1ED9D9D78128}" presName="Childtext1" presStyleLbl="revTx" presStyleIdx="1" presStyleCnt="3">
        <dgm:presLayoutVars>
          <dgm:chMax val="0"/>
          <dgm:chPref val="0"/>
          <dgm:bulletEnabled val="1"/>
        </dgm:presLayoutVars>
      </dgm:prSet>
      <dgm:spPr/>
    </dgm:pt>
    <dgm:pt modelId="{D4D8509C-9746-4FF0-A2EF-9C8935A3A8E2}" type="pres">
      <dgm:prSet presAssocID="{68BAB208-EC97-4D97-95CE-1ED9D9D78128}" presName="BalanceSpacing" presStyleCnt="0"/>
      <dgm:spPr/>
    </dgm:pt>
    <dgm:pt modelId="{682E8AAC-90A0-4B72-95FF-09C65A7E0D28}" type="pres">
      <dgm:prSet presAssocID="{68BAB208-EC97-4D97-95CE-1ED9D9D78128}" presName="BalanceSpacing1" presStyleCnt="0"/>
      <dgm:spPr/>
    </dgm:pt>
    <dgm:pt modelId="{1F8423C4-B0AE-46B6-AE82-BF09E74589AF}" type="pres">
      <dgm:prSet presAssocID="{5C5D2A70-27B7-4EEE-95A0-0EACBEC4F2F1}" presName="Accent1Text" presStyleLbl="node1" presStyleIdx="3" presStyleCnt="6"/>
      <dgm:spPr/>
    </dgm:pt>
    <dgm:pt modelId="{01D3B404-EDFC-4B50-83CE-86CF6BC8D2A2}" type="pres">
      <dgm:prSet presAssocID="{5C5D2A70-27B7-4EEE-95A0-0EACBEC4F2F1}" presName="spaceBetweenRectangles" presStyleCnt="0"/>
      <dgm:spPr/>
    </dgm:pt>
    <dgm:pt modelId="{4011B5D6-6CC7-4761-8909-F498EABA51EC}" type="pres">
      <dgm:prSet presAssocID="{BB899886-3B61-429D-8D5E-362FBD0D7563}" presName="composite" presStyleCnt="0"/>
      <dgm:spPr/>
    </dgm:pt>
    <dgm:pt modelId="{C4B3B84E-62F2-4066-AAE9-6B8EE2C7C821}" type="pres">
      <dgm:prSet presAssocID="{BB899886-3B61-429D-8D5E-362FBD0D7563}" presName="Parent1" presStyleLbl="node1" presStyleIdx="4" presStyleCnt="6">
        <dgm:presLayoutVars>
          <dgm:chMax val="1"/>
          <dgm:chPref val="1"/>
          <dgm:bulletEnabled val="1"/>
        </dgm:presLayoutVars>
      </dgm:prSet>
      <dgm:spPr/>
    </dgm:pt>
    <dgm:pt modelId="{1691732A-3555-43C6-8028-AA9E892559C4}" type="pres">
      <dgm:prSet presAssocID="{BB899886-3B61-429D-8D5E-362FBD0D7563}" presName="Childtext1" presStyleLbl="revTx" presStyleIdx="2" presStyleCnt="3">
        <dgm:presLayoutVars>
          <dgm:chMax val="0"/>
          <dgm:chPref val="0"/>
          <dgm:bulletEnabled val="1"/>
        </dgm:presLayoutVars>
      </dgm:prSet>
      <dgm:spPr/>
    </dgm:pt>
    <dgm:pt modelId="{2F48B68F-6633-48BF-84B9-1173A9DE738C}" type="pres">
      <dgm:prSet presAssocID="{BB899886-3B61-429D-8D5E-362FBD0D7563}" presName="BalanceSpacing" presStyleCnt="0"/>
      <dgm:spPr/>
    </dgm:pt>
    <dgm:pt modelId="{958697F4-2141-4FB3-BF45-FEDC4BDB8D8C}" type="pres">
      <dgm:prSet presAssocID="{BB899886-3B61-429D-8D5E-362FBD0D7563}" presName="BalanceSpacing1" presStyleCnt="0"/>
      <dgm:spPr/>
    </dgm:pt>
    <dgm:pt modelId="{E8CFE2EE-7941-489F-9121-C3CDC4AF93B4}" type="pres">
      <dgm:prSet presAssocID="{263A8487-3309-4207-858F-CBC7CDE1C40C}" presName="Accent1Text" presStyleLbl="node1" presStyleIdx="5" presStyleCnt="6"/>
      <dgm:spPr/>
    </dgm:pt>
  </dgm:ptLst>
  <dgm:cxnLst>
    <dgm:cxn modelId="{AF48D809-8D5E-4088-86EE-7D47CB7BE874}" type="presOf" srcId="{FE5C32FB-5D5C-4448-90A9-CDD50C2CE801}" destId="{8B810356-5915-4CCE-B491-C1B774A2909D}" srcOrd="0" destOrd="0" presId="urn:microsoft.com/office/officeart/2008/layout/AlternatingHexagons"/>
    <dgm:cxn modelId="{AA2F781D-6AEF-490E-BA00-26F07CE83CD0}" srcId="{D1ACE38F-8BED-49E8-8BEB-4CCDF7D60A14}" destId="{BB899886-3B61-429D-8D5E-362FBD0D7563}" srcOrd="2" destOrd="0" parTransId="{7652AB92-2504-4994-A7CB-7DF6EDEE6515}" sibTransId="{263A8487-3309-4207-858F-CBC7CDE1C40C}"/>
    <dgm:cxn modelId="{EA44DF63-41AE-4CD4-AA8B-DF3514342FF1}" type="presOf" srcId="{263A8487-3309-4207-858F-CBC7CDE1C40C}" destId="{E8CFE2EE-7941-489F-9121-C3CDC4AF93B4}" srcOrd="0" destOrd="0" presId="urn:microsoft.com/office/officeart/2008/layout/AlternatingHexagons"/>
    <dgm:cxn modelId="{D0579680-15F7-4211-8BCD-41C5722C3CE2}" srcId="{D1ACE38F-8BED-49E8-8BEB-4CCDF7D60A14}" destId="{FE5C32FB-5D5C-4448-90A9-CDD50C2CE801}" srcOrd="0" destOrd="0" parTransId="{E88A93D0-95F5-462C-8124-9620A5468D6F}" sibTransId="{CA441FFE-7FCB-497F-BC70-15644FB02997}"/>
    <dgm:cxn modelId="{4AD13D81-FB1D-4B2E-B1DA-4B893967739A}" type="presOf" srcId="{CA441FFE-7FCB-497F-BC70-15644FB02997}" destId="{357EB391-034C-4293-BDD3-FC75C7E3D33F}" srcOrd="0" destOrd="0" presId="urn:microsoft.com/office/officeart/2008/layout/AlternatingHexagons"/>
    <dgm:cxn modelId="{053A1A97-36E4-448D-973C-8BCA716BE603}" type="presOf" srcId="{BB899886-3B61-429D-8D5E-362FBD0D7563}" destId="{C4B3B84E-62F2-4066-AAE9-6B8EE2C7C821}" srcOrd="0" destOrd="0" presId="urn:microsoft.com/office/officeart/2008/layout/AlternatingHexagons"/>
    <dgm:cxn modelId="{71F43AD6-2526-4DBB-BDFF-4F8223C7F266}" type="presOf" srcId="{D1ACE38F-8BED-49E8-8BEB-4CCDF7D60A14}" destId="{1A180E30-BBC7-4540-9F99-BACAE2CAF05C}" srcOrd="0" destOrd="0" presId="urn:microsoft.com/office/officeart/2008/layout/AlternatingHexagons"/>
    <dgm:cxn modelId="{E031BBDA-8BB3-4B9D-A976-E6C9BC61A8CA}" type="presOf" srcId="{68BAB208-EC97-4D97-95CE-1ED9D9D78128}" destId="{05E8A769-8175-4DDB-B9D7-D95718F637BF}" srcOrd="0" destOrd="0" presId="urn:microsoft.com/office/officeart/2008/layout/AlternatingHexagons"/>
    <dgm:cxn modelId="{78A6A5EA-B658-405A-ABBB-9D4C0C04FEB4}" type="presOf" srcId="{5C5D2A70-27B7-4EEE-95A0-0EACBEC4F2F1}" destId="{1F8423C4-B0AE-46B6-AE82-BF09E74589AF}" srcOrd="0" destOrd="0" presId="urn:microsoft.com/office/officeart/2008/layout/AlternatingHexagons"/>
    <dgm:cxn modelId="{2F7F5DF5-982D-4D9F-8039-757AB61540F3}" srcId="{D1ACE38F-8BED-49E8-8BEB-4CCDF7D60A14}" destId="{68BAB208-EC97-4D97-95CE-1ED9D9D78128}" srcOrd="1" destOrd="0" parTransId="{10986402-3DAC-4E93-8AD5-83EB04660A9D}" sibTransId="{5C5D2A70-27B7-4EEE-95A0-0EACBEC4F2F1}"/>
    <dgm:cxn modelId="{C27472D5-7903-4009-8010-87A183D9C144}" type="presParOf" srcId="{1A180E30-BBC7-4540-9F99-BACAE2CAF05C}" destId="{2EAD69DE-FCB4-43B1-859F-AB741E151339}" srcOrd="0" destOrd="0" presId="urn:microsoft.com/office/officeart/2008/layout/AlternatingHexagons"/>
    <dgm:cxn modelId="{94C4B620-EB3F-47C0-BF84-A1B16664811A}" type="presParOf" srcId="{2EAD69DE-FCB4-43B1-859F-AB741E151339}" destId="{8B810356-5915-4CCE-B491-C1B774A2909D}" srcOrd="0" destOrd="0" presId="urn:microsoft.com/office/officeart/2008/layout/AlternatingHexagons"/>
    <dgm:cxn modelId="{AF52D2E0-F0BE-407A-A0A4-647EF92DA19A}" type="presParOf" srcId="{2EAD69DE-FCB4-43B1-859F-AB741E151339}" destId="{06C1396D-1B19-4D11-88E4-E0036E433F28}" srcOrd="1" destOrd="0" presId="urn:microsoft.com/office/officeart/2008/layout/AlternatingHexagons"/>
    <dgm:cxn modelId="{4A2C892F-8C1B-4B16-A7C7-A95D6E6DB2DB}" type="presParOf" srcId="{2EAD69DE-FCB4-43B1-859F-AB741E151339}" destId="{27A36FFC-496E-4315-B97A-C23E17C929E9}" srcOrd="2" destOrd="0" presId="urn:microsoft.com/office/officeart/2008/layout/AlternatingHexagons"/>
    <dgm:cxn modelId="{052E41E7-8398-4B98-84B4-BF6F26CCA47D}" type="presParOf" srcId="{2EAD69DE-FCB4-43B1-859F-AB741E151339}" destId="{B2B68BF7-1428-4D55-BA14-731068917061}" srcOrd="3" destOrd="0" presId="urn:microsoft.com/office/officeart/2008/layout/AlternatingHexagons"/>
    <dgm:cxn modelId="{7E2D81D6-BB97-4F3E-A0F4-8033C596C94A}" type="presParOf" srcId="{2EAD69DE-FCB4-43B1-859F-AB741E151339}" destId="{357EB391-034C-4293-BDD3-FC75C7E3D33F}" srcOrd="4" destOrd="0" presId="urn:microsoft.com/office/officeart/2008/layout/AlternatingHexagons"/>
    <dgm:cxn modelId="{D8DDB4DA-3831-4AB4-B9E0-157EDF764015}" type="presParOf" srcId="{1A180E30-BBC7-4540-9F99-BACAE2CAF05C}" destId="{9FC67C8E-E4E1-45DF-9C61-D6A461A2C0D7}" srcOrd="1" destOrd="0" presId="urn:microsoft.com/office/officeart/2008/layout/AlternatingHexagons"/>
    <dgm:cxn modelId="{C6D1AC40-3A5C-4CE0-A2A5-8B3DF1D6AAA7}" type="presParOf" srcId="{1A180E30-BBC7-4540-9F99-BACAE2CAF05C}" destId="{83110B41-FA23-4A6E-8F63-544426CF3C76}" srcOrd="2" destOrd="0" presId="urn:microsoft.com/office/officeart/2008/layout/AlternatingHexagons"/>
    <dgm:cxn modelId="{03A4AD9E-1B5B-45C3-9BE9-A543D93D4688}" type="presParOf" srcId="{83110B41-FA23-4A6E-8F63-544426CF3C76}" destId="{05E8A769-8175-4DDB-B9D7-D95718F637BF}" srcOrd="0" destOrd="0" presId="urn:microsoft.com/office/officeart/2008/layout/AlternatingHexagons"/>
    <dgm:cxn modelId="{6D61E325-6872-419A-B380-42E1C848F01F}" type="presParOf" srcId="{83110B41-FA23-4A6E-8F63-544426CF3C76}" destId="{17B9F5CB-FA98-4FF3-BB47-AB31DB919B53}" srcOrd="1" destOrd="0" presId="urn:microsoft.com/office/officeart/2008/layout/AlternatingHexagons"/>
    <dgm:cxn modelId="{62C7CDA6-F96F-43C3-B007-5750A963CC2D}" type="presParOf" srcId="{83110B41-FA23-4A6E-8F63-544426CF3C76}" destId="{D4D8509C-9746-4FF0-A2EF-9C8935A3A8E2}" srcOrd="2" destOrd="0" presId="urn:microsoft.com/office/officeart/2008/layout/AlternatingHexagons"/>
    <dgm:cxn modelId="{8DF9283E-1D5F-49B9-A4CF-1E88068289BD}" type="presParOf" srcId="{83110B41-FA23-4A6E-8F63-544426CF3C76}" destId="{682E8AAC-90A0-4B72-95FF-09C65A7E0D28}" srcOrd="3" destOrd="0" presId="urn:microsoft.com/office/officeart/2008/layout/AlternatingHexagons"/>
    <dgm:cxn modelId="{19EE8857-EBD3-4790-89B5-F3906876958E}" type="presParOf" srcId="{83110B41-FA23-4A6E-8F63-544426CF3C76}" destId="{1F8423C4-B0AE-46B6-AE82-BF09E74589AF}" srcOrd="4" destOrd="0" presId="urn:microsoft.com/office/officeart/2008/layout/AlternatingHexagons"/>
    <dgm:cxn modelId="{E4B582DB-829A-41D3-9633-4A377F9946AF}" type="presParOf" srcId="{1A180E30-BBC7-4540-9F99-BACAE2CAF05C}" destId="{01D3B404-EDFC-4B50-83CE-86CF6BC8D2A2}" srcOrd="3" destOrd="0" presId="urn:microsoft.com/office/officeart/2008/layout/AlternatingHexagons"/>
    <dgm:cxn modelId="{0AF55445-AC78-4478-88C2-AE0FEACD9DA8}" type="presParOf" srcId="{1A180E30-BBC7-4540-9F99-BACAE2CAF05C}" destId="{4011B5D6-6CC7-4761-8909-F498EABA51EC}" srcOrd="4" destOrd="0" presId="urn:microsoft.com/office/officeart/2008/layout/AlternatingHexagons"/>
    <dgm:cxn modelId="{48A28A74-CFDC-4C1D-B4DF-EEC9492A7587}" type="presParOf" srcId="{4011B5D6-6CC7-4761-8909-F498EABA51EC}" destId="{C4B3B84E-62F2-4066-AAE9-6B8EE2C7C821}" srcOrd="0" destOrd="0" presId="urn:microsoft.com/office/officeart/2008/layout/AlternatingHexagons"/>
    <dgm:cxn modelId="{E83D4DC1-8092-4B38-8C70-83EDA6DC643D}" type="presParOf" srcId="{4011B5D6-6CC7-4761-8909-F498EABA51EC}" destId="{1691732A-3555-43C6-8028-AA9E892559C4}" srcOrd="1" destOrd="0" presId="urn:microsoft.com/office/officeart/2008/layout/AlternatingHexagons"/>
    <dgm:cxn modelId="{91C6FD41-A18C-41BF-A274-AA0BCBDF2127}" type="presParOf" srcId="{4011B5D6-6CC7-4761-8909-F498EABA51EC}" destId="{2F48B68F-6633-48BF-84B9-1173A9DE738C}" srcOrd="2" destOrd="0" presId="urn:microsoft.com/office/officeart/2008/layout/AlternatingHexagons"/>
    <dgm:cxn modelId="{65A35B75-83CB-49FA-A491-EB0BA54E719A}" type="presParOf" srcId="{4011B5D6-6CC7-4761-8909-F498EABA51EC}" destId="{958697F4-2141-4FB3-BF45-FEDC4BDB8D8C}" srcOrd="3" destOrd="0" presId="urn:microsoft.com/office/officeart/2008/layout/AlternatingHexagons"/>
    <dgm:cxn modelId="{9BCBFF79-B878-479E-A734-24F672096835}" type="presParOf" srcId="{4011B5D6-6CC7-4761-8909-F498EABA51EC}" destId="{E8CFE2EE-7941-489F-9121-C3CDC4AF93B4}" srcOrd="4" destOrd="0" presId="urn:microsoft.com/office/officeart/2008/layout/AlternatingHexagons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3DE1309-4465-4843-B7F0-45AF7C155CD2}" type="doc">
      <dgm:prSet loTypeId="urn:microsoft.com/office/officeart/2005/8/layout/vList3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ru-RU"/>
        </a:p>
      </dgm:t>
    </dgm:pt>
    <dgm:pt modelId="{4F51DE3E-1BB5-4C54-A281-CDD3D93DE292}">
      <dgm:prSet phldrT="[Текст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2600" dirty="0"/>
            <a:t>   S</a:t>
          </a:r>
          <a:r>
            <a:rPr lang="nl-NL" sz="2600" dirty="0"/>
            <a:t>tanza         NLTK          </a:t>
          </a:r>
          <a:r>
            <a:rPr lang="en-US" sz="2600" dirty="0"/>
            <a:t>Re</a:t>
          </a:r>
          <a:endParaRPr lang="ru-RU" sz="2600" dirty="0"/>
        </a:p>
      </dgm:t>
    </dgm:pt>
    <dgm:pt modelId="{CC5279F2-B176-4520-AF0F-761C82997EA3}" type="parTrans" cxnId="{CF5D32E0-15DF-4803-A6C4-81E2971471D4}">
      <dgm:prSet/>
      <dgm:spPr/>
      <dgm:t>
        <a:bodyPr/>
        <a:lstStyle/>
        <a:p>
          <a:endParaRPr lang="ru-RU"/>
        </a:p>
      </dgm:t>
    </dgm:pt>
    <dgm:pt modelId="{6DF979D6-CB2B-42DF-A39F-15E9F18B9736}" type="sibTrans" cxnId="{CF5D32E0-15DF-4803-A6C4-81E2971471D4}">
      <dgm:prSet/>
      <dgm:spPr/>
      <dgm:t>
        <a:bodyPr/>
        <a:lstStyle/>
        <a:p>
          <a:endParaRPr lang="ru-RU"/>
        </a:p>
      </dgm:t>
    </dgm:pt>
    <dgm:pt modelId="{3D40A674-029A-4E07-A80E-ECA4EA01DF36}">
      <dgm:prSet phldrT="[Текст]" phldr="0" custT="1"/>
      <dgm:spPr/>
      <dgm:t>
        <a:bodyPr/>
        <a:lstStyle/>
        <a:p>
          <a:r>
            <a:rPr lang="en-US" sz="2600" dirty="0"/>
            <a:t>   Os     P</a:t>
          </a:r>
          <a:r>
            <a:rPr lang="nl-NL" sz="2600" dirty="0"/>
            <a:t>ytelegrambotapi</a:t>
          </a:r>
          <a:endParaRPr lang="en-US" sz="2600" dirty="0"/>
        </a:p>
      </dgm:t>
    </dgm:pt>
    <dgm:pt modelId="{890492DD-83F3-4545-AE6C-0BA23FD07AFA}" type="parTrans" cxnId="{9660C905-4CCF-4A1B-B3FE-3E397B5E00EA}">
      <dgm:prSet/>
      <dgm:spPr/>
      <dgm:t>
        <a:bodyPr/>
        <a:lstStyle/>
        <a:p>
          <a:endParaRPr lang="ru-RU"/>
        </a:p>
      </dgm:t>
    </dgm:pt>
    <dgm:pt modelId="{964F6B91-43F6-4546-819A-98EFEC20B1A2}" type="sibTrans" cxnId="{9660C905-4CCF-4A1B-B3FE-3E397B5E00EA}">
      <dgm:prSet/>
      <dgm:spPr/>
      <dgm:t>
        <a:bodyPr/>
        <a:lstStyle/>
        <a:p>
          <a:endParaRPr lang="ru-RU"/>
        </a:p>
      </dgm:t>
    </dgm:pt>
    <dgm:pt modelId="{EC094B3A-951B-4A03-BE2D-4A11610E21F8}">
      <dgm:prSet phldrT="[Текст]" phldr="0" custT="1"/>
      <dgm:spPr/>
      <dgm:t>
        <a:bodyPr/>
        <a:lstStyle/>
        <a:p>
          <a:r>
            <a:rPr lang="en-US" sz="2600" dirty="0"/>
            <a:t>    TfidfVectorizer   Counter</a:t>
          </a:r>
          <a:endParaRPr lang="ru-RU" sz="2600" dirty="0"/>
        </a:p>
      </dgm:t>
    </dgm:pt>
    <dgm:pt modelId="{3D350995-9AA4-4E88-8F33-212EAA50E384}" type="parTrans" cxnId="{137D513D-C7C8-4304-8A87-7186C1066EF0}">
      <dgm:prSet/>
      <dgm:spPr/>
      <dgm:t>
        <a:bodyPr/>
        <a:lstStyle/>
        <a:p>
          <a:endParaRPr lang="ru-RU"/>
        </a:p>
      </dgm:t>
    </dgm:pt>
    <dgm:pt modelId="{C71E5FB3-A1FA-4AF8-B567-F5307606C9EF}" type="sibTrans" cxnId="{137D513D-C7C8-4304-8A87-7186C1066EF0}">
      <dgm:prSet/>
      <dgm:spPr/>
      <dgm:t>
        <a:bodyPr/>
        <a:lstStyle/>
        <a:p>
          <a:endParaRPr lang="ru-RU"/>
        </a:p>
      </dgm:t>
    </dgm:pt>
    <dgm:pt modelId="{FFA213FB-7882-4850-97BB-EFBB873C51B9}">
      <dgm:prSet phldrT="[Текст]" phldr="0" custT="1"/>
      <dgm:spPr/>
      <dgm:t>
        <a:bodyPr/>
        <a:lstStyle/>
        <a:p>
          <a:r>
            <a:rPr lang="en-US" sz="2600" dirty="0"/>
            <a:t>  Pandas</a:t>
          </a:r>
          <a:endParaRPr lang="ru-RU" sz="2600" dirty="0"/>
        </a:p>
      </dgm:t>
    </dgm:pt>
    <dgm:pt modelId="{C732F3C8-F958-4B4C-A07A-1EBB96755373}" type="parTrans" cxnId="{86EED8B0-E149-4EE1-A378-3974BC039E8A}">
      <dgm:prSet/>
      <dgm:spPr/>
      <dgm:t>
        <a:bodyPr/>
        <a:lstStyle/>
        <a:p>
          <a:endParaRPr lang="ru-RU"/>
        </a:p>
      </dgm:t>
    </dgm:pt>
    <dgm:pt modelId="{74F25F0F-CCF1-4395-995C-7443078F3D7E}" type="sibTrans" cxnId="{86EED8B0-E149-4EE1-A378-3974BC039E8A}">
      <dgm:prSet/>
      <dgm:spPr/>
      <dgm:t>
        <a:bodyPr/>
        <a:lstStyle/>
        <a:p>
          <a:endParaRPr lang="ru-RU"/>
        </a:p>
      </dgm:t>
    </dgm:pt>
    <dgm:pt modelId="{53FD954D-4ABA-434B-81C3-A9A610302D40}">
      <dgm:prSet phldrT="[Текст]" phldr="0" custT="1"/>
      <dgm:spPr/>
      <dgm:t>
        <a:bodyPr/>
        <a:lstStyle/>
        <a:p>
          <a:r>
            <a:rPr lang="en-US" sz="2600" dirty="0"/>
            <a:t>     Requests    Fake_useragent</a:t>
          </a:r>
          <a:endParaRPr lang="ru-RU" sz="2600" dirty="0"/>
        </a:p>
      </dgm:t>
    </dgm:pt>
    <dgm:pt modelId="{C27D46E0-97EF-4E50-8F8C-D273420A0443}" type="parTrans" cxnId="{55A3DB4E-0C00-41A1-AB95-A7CE9E548FB4}">
      <dgm:prSet/>
      <dgm:spPr/>
      <dgm:t>
        <a:bodyPr/>
        <a:lstStyle/>
        <a:p>
          <a:endParaRPr lang="ru-RU"/>
        </a:p>
      </dgm:t>
    </dgm:pt>
    <dgm:pt modelId="{F5E10182-3766-4F47-A2C7-C6F4EC552633}" type="sibTrans" cxnId="{55A3DB4E-0C00-41A1-AB95-A7CE9E548FB4}">
      <dgm:prSet/>
      <dgm:spPr/>
      <dgm:t>
        <a:bodyPr/>
        <a:lstStyle/>
        <a:p>
          <a:endParaRPr lang="ru-RU"/>
        </a:p>
      </dgm:t>
    </dgm:pt>
    <dgm:pt modelId="{72B01DD8-3980-4A6D-9332-BEE14E8D0F2D}" type="pres">
      <dgm:prSet presAssocID="{63DE1309-4465-4843-B7F0-45AF7C155CD2}" presName="linearFlow" presStyleCnt="0">
        <dgm:presLayoutVars>
          <dgm:dir/>
          <dgm:resizeHandles val="exact"/>
        </dgm:presLayoutVars>
      </dgm:prSet>
      <dgm:spPr/>
    </dgm:pt>
    <dgm:pt modelId="{9FF23C9C-2504-4D45-973F-90F060B7E3C0}" type="pres">
      <dgm:prSet presAssocID="{4F51DE3E-1BB5-4C54-A281-CDD3D93DE292}" presName="composite" presStyleCnt="0"/>
      <dgm:spPr/>
    </dgm:pt>
    <dgm:pt modelId="{6FDD8BDB-26F5-4B81-8B2E-098CF895D613}" type="pres">
      <dgm:prSet presAssocID="{4F51DE3E-1BB5-4C54-A281-CDD3D93DE292}" presName="imgShp" presStyleLbl="fgImgPlace1" presStyleIdx="0" presStyleCnt="5"/>
      <dgm:spPr/>
    </dgm:pt>
    <dgm:pt modelId="{C1065769-CFC5-431D-96A0-694FC4D4DB1A}" type="pres">
      <dgm:prSet presAssocID="{4F51DE3E-1BB5-4C54-A281-CDD3D93DE292}" presName="txShp" presStyleLbl="node1" presStyleIdx="0" presStyleCnt="5">
        <dgm:presLayoutVars>
          <dgm:bulletEnabled val="1"/>
        </dgm:presLayoutVars>
      </dgm:prSet>
      <dgm:spPr/>
    </dgm:pt>
    <dgm:pt modelId="{2C333A34-3EBF-4088-B282-0EDCF0E68A0C}" type="pres">
      <dgm:prSet presAssocID="{6DF979D6-CB2B-42DF-A39F-15E9F18B9736}" presName="spacing" presStyleCnt="0"/>
      <dgm:spPr/>
    </dgm:pt>
    <dgm:pt modelId="{A6E2BC6F-50B2-4B66-9670-C650A355CFC5}" type="pres">
      <dgm:prSet presAssocID="{3D40A674-029A-4E07-A80E-ECA4EA01DF36}" presName="composite" presStyleCnt="0"/>
      <dgm:spPr/>
    </dgm:pt>
    <dgm:pt modelId="{9D1A3CAA-6A34-4FBE-A843-45A08681EFFC}" type="pres">
      <dgm:prSet presAssocID="{3D40A674-029A-4E07-A80E-ECA4EA01DF36}" presName="imgShp" presStyleLbl="fgImgPlace1" presStyleIdx="1" presStyleCnt="5"/>
      <dgm:spPr/>
    </dgm:pt>
    <dgm:pt modelId="{A10DF984-B4BF-49F7-AD0E-032CD6129FA6}" type="pres">
      <dgm:prSet presAssocID="{3D40A674-029A-4E07-A80E-ECA4EA01DF36}" presName="txShp" presStyleLbl="node1" presStyleIdx="1" presStyleCnt="5">
        <dgm:presLayoutVars>
          <dgm:bulletEnabled val="1"/>
        </dgm:presLayoutVars>
      </dgm:prSet>
      <dgm:spPr/>
    </dgm:pt>
    <dgm:pt modelId="{67A1CC35-CA68-4313-996E-EAA5BBE802E4}" type="pres">
      <dgm:prSet presAssocID="{964F6B91-43F6-4546-819A-98EFEC20B1A2}" presName="spacing" presStyleCnt="0"/>
      <dgm:spPr/>
    </dgm:pt>
    <dgm:pt modelId="{3B6DFF70-9D69-4553-9BE6-8E1BFCF06E53}" type="pres">
      <dgm:prSet presAssocID="{EC094B3A-951B-4A03-BE2D-4A11610E21F8}" presName="composite" presStyleCnt="0"/>
      <dgm:spPr/>
    </dgm:pt>
    <dgm:pt modelId="{4F232C55-728A-4287-B2F5-A4CA668FEC49}" type="pres">
      <dgm:prSet presAssocID="{EC094B3A-951B-4A03-BE2D-4A11610E21F8}" presName="imgShp" presStyleLbl="fgImgPlace1" presStyleIdx="2" presStyleCnt="5"/>
      <dgm:spPr/>
    </dgm:pt>
    <dgm:pt modelId="{7FBA8F6F-C70D-40B6-A83A-A9CE49521C5E}" type="pres">
      <dgm:prSet presAssocID="{EC094B3A-951B-4A03-BE2D-4A11610E21F8}" presName="txShp" presStyleLbl="node1" presStyleIdx="2" presStyleCnt="5">
        <dgm:presLayoutVars>
          <dgm:bulletEnabled val="1"/>
        </dgm:presLayoutVars>
      </dgm:prSet>
      <dgm:spPr/>
    </dgm:pt>
    <dgm:pt modelId="{F8F14D90-08FE-4CE8-918D-106C6364F056}" type="pres">
      <dgm:prSet presAssocID="{C71E5FB3-A1FA-4AF8-B567-F5307606C9EF}" presName="spacing" presStyleCnt="0"/>
      <dgm:spPr/>
    </dgm:pt>
    <dgm:pt modelId="{483C70CE-1E6C-4658-BD0D-52C956C5E0A9}" type="pres">
      <dgm:prSet presAssocID="{FFA213FB-7882-4850-97BB-EFBB873C51B9}" presName="composite" presStyleCnt="0"/>
      <dgm:spPr/>
    </dgm:pt>
    <dgm:pt modelId="{8B620118-0197-4F3A-BBCA-B55C5EC32B40}" type="pres">
      <dgm:prSet presAssocID="{FFA213FB-7882-4850-97BB-EFBB873C51B9}" presName="imgShp" presStyleLbl="fgImgPlace1" presStyleIdx="3" presStyleCnt="5"/>
      <dgm:spPr/>
    </dgm:pt>
    <dgm:pt modelId="{95390343-0D3F-4F4C-A9E0-B98D115E0EAE}" type="pres">
      <dgm:prSet presAssocID="{FFA213FB-7882-4850-97BB-EFBB873C51B9}" presName="txShp" presStyleLbl="node1" presStyleIdx="3" presStyleCnt="5">
        <dgm:presLayoutVars>
          <dgm:bulletEnabled val="1"/>
        </dgm:presLayoutVars>
      </dgm:prSet>
      <dgm:spPr/>
    </dgm:pt>
    <dgm:pt modelId="{3F17BF74-7A35-458E-BB70-F85F17EF01B7}" type="pres">
      <dgm:prSet presAssocID="{74F25F0F-CCF1-4395-995C-7443078F3D7E}" presName="spacing" presStyleCnt="0"/>
      <dgm:spPr/>
    </dgm:pt>
    <dgm:pt modelId="{1FFF065D-06BB-4B95-8EAA-AF8DFFA98E63}" type="pres">
      <dgm:prSet presAssocID="{53FD954D-4ABA-434B-81C3-A9A610302D40}" presName="composite" presStyleCnt="0"/>
      <dgm:spPr/>
    </dgm:pt>
    <dgm:pt modelId="{2D26BB0A-0592-486F-86E1-710074A62920}" type="pres">
      <dgm:prSet presAssocID="{53FD954D-4ABA-434B-81C3-A9A610302D40}" presName="imgShp" presStyleLbl="fgImgPlace1" presStyleIdx="4" presStyleCnt="5"/>
      <dgm:spPr/>
    </dgm:pt>
    <dgm:pt modelId="{B0477A0E-DE81-46AE-9A18-E3525CF61481}" type="pres">
      <dgm:prSet presAssocID="{53FD954D-4ABA-434B-81C3-A9A610302D40}" presName="txShp" presStyleLbl="node1" presStyleIdx="4" presStyleCnt="5">
        <dgm:presLayoutVars>
          <dgm:bulletEnabled val="1"/>
        </dgm:presLayoutVars>
      </dgm:prSet>
      <dgm:spPr/>
    </dgm:pt>
  </dgm:ptLst>
  <dgm:cxnLst>
    <dgm:cxn modelId="{9660C905-4CCF-4A1B-B3FE-3E397B5E00EA}" srcId="{63DE1309-4465-4843-B7F0-45AF7C155CD2}" destId="{3D40A674-029A-4E07-A80E-ECA4EA01DF36}" srcOrd="1" destOrd="0" parTransId="{890492DD-83F3-4545-AE6C-0BA23FD07AFA}" sibTransId="{964F6B91-43F6-4546-819A-98EFEC20B1A2}"/>
    <dgm:cxn modelId="{7160F11C-1CD4-40D2-9E89-09F3F932E136}" type="presOf" srcId="{53FD954D-4ABA-434B-81C3-A9A610302D40}" destId="{B0477A0E-DE81-46AE-9A18-E3525CF61481}" srcOrd="0" destOrd="0" presId="urn:microsoft.com/office/officeart/2005/8/layout/vList3"/>
    <dgm:cxn modelId="{498D762A-E3F9-434A-A3D0-44A0255DB68D}" type="presOf" srcId="{4F51DE3E-1BB5-4C54-A281-CDD3D93DE292}" destId="{C1065769-CFC5-431D-96A0-694FC4D4DB1A}" srcOrd="0" destOrd="0" presId="urn:microsoft.com/office/officeart/2005/8/layout/vList3"/>
    <dgm:cxn modelId="{137D513D-C7C8-4304-8A87-7186C1066EF0}" srcId="{63DE1309-4465-4843-B7F0-45AF7C155CD2}" destId="{EC094B3A-951B-4A03-BE2D-4A11610E21F8}" srcOrd="2" destOrd="0" parTransId="{3D350995-9AA4-4E88-8F33-212EAA50E384}" sibTransId="{C71E5FB3-A1FA-4AF8-B567-F5307606C9EF}"/>
    <dgm:cxn modelId="{EE82B169-CEF0-4B19-BEF3-B5E9BD7576D9}" type="presOf" srcId="{63DE1309-4465-4843-B7F0-45AF7C155CD2}" destId="{72B01DD8-3980-4A6D-9332-BEE14E8D0F2D}" srcOrd="0" destOrd="0" presId="urn:microsoft.com/office/officeart/2005/8/layout/vList3"/>
    <dgm:cxn modelId="{55A3DB4E-0C00-41A1-AB95-A7CE9E548FB4}" srcId="{63DE1309-4465-4843-B7F0-45AF7C155CD2}" destId="{53FD954D-4ABA-434B-81C3-A9A610302D40}" srcOrd="4" destOrd="0" parTransId="{C27D46E0-97EF-4E50-8F8C-D273420A0443}" sibTransId="{F5E10182-3766-4F47-A2C7-C6F4EC552633}"/>
    <dgm:cxn modelId="{967D7C5A-87AA-46E0-B6D3-D5D85FC595D7}" type="presOf" srcId="{EC094B3A-951B-4A03-BE2D-4A11610E21F8}" destId="{7FBA8F6F-C70D-40B6-A83A-A9CE49521C5E}" srcOrd="0" destOrd="0" presId="urn:microsoft.com/office/officeart/2005/8/layout/vList3"/>
    <dgm:cxn modelId="{E452A0A4-66EE-4022-8999-8F015A741534}" type="presOf" srcId="{3D40A674-029A-4E07-A80E-ECA4EA01DF36}" destId="{A10DF984-B4BF-49F7-AD0E-032CD6129FA6}" srcOrd="0" destOrd="0" presId="urn:microsoft.com/office/officeart/2005/8/layout/vList3"/>
    <dgm:cxn modelId="{86EED8B0-E149-4EE1-A378-3974BC039E8A}" srcId="{63DE1309-4465-4843-B7F0-45AF7C155CD2}" destId="{FFA213FB-7882-4850-97BB-EFBB873C51B9}" srcOrd="3" destOrd="0" parTransId="{C732F3C8-F958-4B4C-A07A-1EBB96755373}" sibTransId="{74F25F0F-CCF1-4395-995C-7443078F3D7E}"/>
    <dgm:cxn modelId="{F4DFCDB4-4600-4325-BD81-08C01E80127E}" type="presOf" srcId="{FFA213FB-7882-4850-97BB-EFBB873C51B9}" destId="{95390343-0D3F-4F4C-A9E0-B98D115E0EAE}" srcOrd="0" destOrd="0" presId="urn:microsoft.com/office/officeart/2005/8/layout/vList3"/>
    <dgm:cxn modelId="{CF5D32E0-15DF-4803-A6C4-81E2971471D4}" srcId="{63DE1309-4465-4843-B7F0-45AF7C155CD2}" destId="{4F51DE3E-1BB5-4C54-A281-CDD3D93DE292}" srcOrd="0" destOrd="0" parTransId="{CC5279F2-B176-4520-AF0F-761C82997EA3}" sibTransId="{6DF979D6-CB2B-42DF-A39F-15E9F18B9736}"/>
    <dgm:cxn modelId="{2DD96F7B-5821-42A6-9B8F-83688A465F8D}" type="presParOf" srcId="{72B01DD8-3980-4A6D-9332-BEE14E8D0F2D}" destId="{9FF23C9C-2504-4D45-973F-90F060B7E3C0}" srcOrd="0" destOrd="0" presId="urn:microsoft.com/office/officeart/2005/8/layout/vList3"/>
    <dgm:cxn modelId="{EFBF5912-914C-4CAF-B4E4-7D5F2A00FBFC}" type="presParOf" srcId="{9FF23C9C-2504-4D45-973F-90F060B7E3C0}" destId="{6FDD8BDB-26F5-4B81-8B2E-098CF895D613}" srcOrd="0" destOrd="0" presId="urn:microsoft.com/office/officeart/2005/8/layout/vList3"/>
    <dgm:cxn modelId="{8ADDDC43-8AFD-4809-98B2-73E921260946}" type="presParOf" srcId="{9FF23C9C-2504-4D45-973F-90F060B7E3C0}" destId="{C1065769-CFC5-431D-96A0-694FC4D4DB1A}" srcOrd="1" destOrd="0" presId="urn:microsoft.com/office/officeart/2005/8/layout/vList3"/>
    <dgm:cxn modelId="{EF7209FC-B633-476F-B8CE-2B31B74C614E}" type="presParOf" srcId="{72B01DD8-3980-4A6D-9332-BEE14E8D0F2D}" destId="{2C333A34-3EBF-4088-B282-0EDCF0E68A0C}" srcOrd="1" destOrd="0" presId="urn:microsoft.com/office/officeart/2005/8/layout/vList3"/>
    <dgm:cxn modelId="{A04AA587-2263-42A1-979C-88840384E474}" type="presParOf" srcId="{72B01DD8-3980-4A6D-9332-BEE14E8D0F2D}" destId="{A6E2BC6F-50B2-4B66-9670-C650A355CFC5}" srcOrd="2" destOrd="0" presId="urn:microsoft.com/office/officeart/2005/8/layout/vList3"/>
    <dgm:cxn modelId="{319D28CE-CD99-40EC-A23F-6A0356349E81}" type="presParOf" srcId="{A6E2BC6F-50B2-4B66-9670-C650A355CFC5}" destId="{9D1A3CAA-6A34-4FBE-A843-45A08681EFFC}" srcOrd="0" destOrd="0" presId="urn:microsoft.com/office/officeart/2005/8/layout/vList3"/>
    <dgm:cxn modelId="{0AFA5DF4-D3AF-4139-B6D1-10491028CA87}" type="presParOf" srcId="{A6E2BC6F-50B2-4B66-9670-C650A355CFC5}" destId="{A10DF984-B4BF-49F7-AD0E-032CD6129FA6}" srcOrd="1" destOrd="0" presId="urn:microsoft.com/office/officeart/2005/8/layout/vList3"/>
    <dgm:cxn modelId="{61323A12-AD10-4DA2-96FB-1261C03F114C}" type="presParOf" srcId="{72B01DD8-3980-4A6D-9332-BEE14E8D0F2D}" destId="{67A1CC35-CA68-4313-996E-EAA5BBE802E4}" srcOrd="3" destOrd="0" presId="urn:microsoft.com/office/officeart/2005/8/layout/vList3"/>
    <dgm:cxn modelId="{9986E83F-01F0-4AF2-82A3-4EE0C1C81B46}" type="presParOf" srcId="{72B01DD8-3980-4A6D-9332-BEE14E8D0F2D}" destId="{3B6DFF70-9D69-4553-9BE6-8E1BFCF06E53}" srcOrd="4" destOrd="0" presId="urn:microsoft.com/office/officeart/2005/8/layout/vList3"/>
    <dgm:cxn modelId="{32BC820B-94AD-46C5-8D0D-46558E5D6458}" type="presParOf" srcId="{3B6DFF70-9D69-4553-9BE6-8E1BFCF06E53}" destId="{4F232C55-728A-4287-B2F5-A4CA668FEC49}" srcOrd="0" destOrd="0" presId="urn:microsoft.com/office/officeart/2005/8/layout/vList3"/>
    <dgm:cxn modelId="{E8112030-16C1-4905-86BF-728137CA0D6E}" type="presParOf" srcId="{3B6DFF70-9D69-4553-9BE6-8E1BFCF06E53}" destId="{7FBA8F6F-C70D-40B6-A83A-A9CE49521C5E}" srcOrd="1" destOrd="0" presId="urn:microsoft.com/office/officeart/2005/8/layout/vList3"/>
    <dgm:cxn modelId="{76C59010-0924-473A-8393-BF72A7950EA4}" type="presParOf" srcId="{72B01DD8-3980-4A6D-9332-BEE14E8D0F2D}" destId="{F8F14D90-08FE-4CE8-918D-106C6364F056}" srcOrd="5" destOrd="0" presId="urn:microsoft.com/office/officeart/2005/8/layout/vList3"/>
    <dgm:cxn modelId="{E95E370E-C803-4E48-9994-DC2F1FDA993A}" type="presParOf" srcId="{72B01DD8-3980-4A6D-9332-BEE14E8D0F2D}" destId="{483C70CE-1E6C-4658-BD0D-52C956C5E0A9}" srcOrd="6" destOrd="0" presId="urn:microsoft.com/office/officeart/2005/8/layout/vList3"/>
    <dgm:cxn modelId="{F81C8A0A-A801-4F28-A3CD-9C68DDF183C5}" type="presParOf" srcId="{483C70CE-1E6C-4658-BD0D-52C956C5E0A9}" destId="{8B620118-0197-4F3A-BBCA-B55C5EC32B40}" srcOrd="0" destOrd="0" presId="urn:microsoft.com/office/officeart/2005/8/layout/vList3"/>
    <dgm:cxn modelId="{CF2DF472-8656-4DAC-AF2E-7688269D7780}" type="presParOf" srcId="{483C70CE-1E6C-4658-BD0D-52C956C5E0A9}" destId="{95390343-0D3F-4F4C-A9E0-B98D115E0EAE}" srcOrd="1" destOrd="0" presId="urn:microsoft.com/office/officeart/2005/8/layout/vList3"/>
    <dgm:cxn modelId="{E79BD583-222D-4C02-BC94-41958CDD0A4B}" type="presParOf" srcId="{72B01DD8-3980-4A6D-9332-BEE14E8D0F2D}" destId="{3F17BF74-7A35-458E-BB70-F85F17EF01B7}" srcOrd="7" destOrd="0" presId="urn:microsoft.com/office/officeart/2005/8/layout/vList3"/>
    <dgm:cxn modelId="{A336419A-2646-4783-BDBA-DC159CFA0D8C}" type="presParOf" srcId="{72B01DD8-3980-4A6D-9332-BEE14E8D0F2D}" destId="{1FFF065D-06BB-4B95-8EAA-AF8DFFA98E63}" srcOrd="8" destOrd="0" presId="urn:microsoft.com/office/officeart/2005/8/layout/vList3"/>
    <dgm:cxn modelId="{D46AABAF-797A-43BD-8B18-89F704A11F80}" type="presParOf" srcId="{1FFF065D-06BB-4B95-8EAA-AF8DFFA98E63}" destId="{2D26BB0A-0592-486F-86E1-710074A62920}" srcOrd="0" destOrd="0" presId="urn:microsoft.com/office/officeart/2005/8/layout/vList3"/>
    <dgm:cxn modelId="{65585A0A-F421-44D2-8291-1F747780F1DB}" type="presParOf" srcId="{1FFF065D-06BB-4B95-8EAA-AF8DFFA98E63}" destId="{B0477A0E-DE81-46AE-9A18-E3525CF61481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D25347-CA7D-4167-977D-63304833B9F2}">
      <dsp:nvSpPr>
        <dsp:cNvPr id="0" name=""/>
        <dsp:cNvSpPr/>
      </dsp:nvSpPr>
      <dsp:spPr>
        <a:xfrm>
          <a:off x="-4048394" y="-621410"/>
          <a:ext cx="4824276" cy="4824276"/>
        </a:xfrm>
        <a:prstGeom prst="blockArc">
          <a:avLst>
            <a:gd name="adj1" fmla="val 18900000"/>
            <a:gd name="adj2" fmla="val 2700000"/>
            <a:gd name="adj3" fmla="val 448"/>
          </a:avLst>
        </a:pr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C2C65D6-520C-499E-9467-DB875E04FA2A}">
      <dsp:nvSpPr>
        <dsp:cNvPr id="0" name=""/>
        <dsp:cNvSpPr/>
      </dsp:nvSpPr>
      <dsp:spPr>
        <a:xfrm>
          <a:off x="406563" y="275342"/>
          <a:ext cx="4137230" cy="550971"/>
        </a:xfrm>
        <a:prstGeom prst="rect">
          <a:avLst/>
        </a:prstGeom>
        <a:noFill/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7333" tIns="66040" rIns="66040" bIns="6604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600" kern="1200" dirty="0"/>
            <a:t>284 судебных решения</a:t>
          </a:r>
        </a:p>
      </dsp:txBody>
      <dsp:txXfrm>
        <a:off x="406563" y="275342"/>
        <a:ext cx="4137230" cy="550971"/>
      </dsp:txXfrm>
    </dsp:sp>
    <dsp:sp modelId="{51D75BAC-CA6F-43C7-9BB2-72426F31A016}">
      <dsp:nvSpPr>
        <dsp:cNvPr id="0" name=""/>
        <dsp:cNvSpPr/>
      </dsp:nvSpPr>
      <dsp:spPr>
        <a:xfrm>
          <a:off x="286802" y="431067"/>
          <a:ext cx="239520" cy="239520"/>
        </a:xfrm>
        <a:prstGeom prst="ellipse">
          <a:avLst/>
        </a:prstGeom>
        <a:solidFill>
          <a:schemeClr val="lt1"/>
        </a:solidFill>
        <a:ln w="19050" cap="rnd" cmpd="sng" algn="ctr">
          <a:solidFill>
            <a:schemeClr val="accent2"/>
          </a:solidFill>
          <a:prstDash val="solid"/>
        </a:ln>
        <a:effectLst/>
      </dsp:spPr>
      <dsp:style>
        <a:lnRef idx="2">
          <a:schemeClr val="accent2"/>
        </a:lnRef>
        <a:fillRef idx="1">
          <a:schemeClr val="lt1"/>
        </a:fillRef>
        <a:effectRef idx="0">
          <a:schemeClr val="accent2"/>
        </a:effectRef>
        <a:fontRef idx="minor">
          <a:schemeClr val="dk1"/>
        </a:fontRef>
      </dsp:style>
    </dsp:sp>
    <dsp:sp modelId="{6AEABFF8-D7BC-4A6E-9332-DB89CA503C44}">
      <dsp:nvSpPr>
        <dsp:cNvPr id="0" name=""/>
        <dsp:cNvSpPr/>
      </dsp:nvSpPr>
      <dsp:spPr>
        <a:xfrm>
          <a:off x="722447" y="1101942"/>
          <a:ext cx="3821345" cy="550971"/>
        </a:xfrm>
        <a:prstGeom prst="rect">
          <a:avLst/>
        </a:prstGeom>
        <a:noFill/>
        <a:ln w="19050" cap="rnd" cmpd="sng" algn="ctr">
          <a:noFill/>
          <a:prstDash val="solid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437333" tIns="66040" rIns="66040" bIns="6604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600" kern="1200" dirty="0"/>
            <a:t>2025 год</a:t>
          </a:r>
        </a:p>
      </dsp:txBody>
      <dsp:txXfrm>
        <a:off x="722447" y="1101942"/>
        <a:ext cx="3821345" cy="550971"/>
      </dsp:txXfrm>
    </dsp:sp>
    <dsp:sp modelId="{9442D895-35E3-414F-8D73-85E2F5342B2E}">
      <dsp:nvSpPr>
        <dsp:cNvPr id="0" name=""/>
        <dsp:cNvSpPr/>
      </dsp:nvSpPr>
      <dsp:spPr>
        <a:xfrm>
          <a:off x="594894" y="1249874"/>
          <a:ext cx="255106" cy="255106"/>
        </a:xfrm>
        <a:prstGeom prst="ellipse">
          <a:avLst/>
        </a:prstGeom>
        <a:solidFill>
          <a:schemeClr val="lt1"/>
        </a:solidFill>
        <a:ln w="19050" cap="rnd" cmpd="sng" algn="ctr">
          <a:solidFill>
            <a:schemeClr val="accent2"/>
          </a:solidFill>
          <a:prstDash val="solid"/>
        </a:ln>
        <a:effectLst/>
      </dsp:spPr>
      <dsp:style>
        <a:lnRef idx="2">
          <a:schemeClr val="accent2"/>
        </a:lnRef>
        <a:fillRef idx="1">
          <a:schemeClr val="lt1"/>
        </a:fillRef>
        <a:effectRef idx="0">
          <a:schemeClr val="accent2"/>
        </a:effectRef>
        <a:fontRef idx="minor">
          <a:schemeClr val="dk1"/>
        </a:fontRef>
      </dsp:style>
    </dsp:sp>
    <dsp:sp modelId="{1CDB9E79-1819-4B41-96BD-364C4FA5598B}">
      <dsp:nvSpPr>
        <dsp:cNvPr id="0" name=""/>
        <dsp:cNvSpPr/>
      </dsp:nvSpPr>
      <dsp:spPr>
        <a:xfrm>
          <a:off x="722447" y="1928542"/>
          <a:ext cx="3821345" cy="550971"/>
        </a:xfrm>
        <a:prstGeom prst="rect">
          <a:avLst/>
        </a:prstGeom>
        <a:noFill/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7333" tIns="66040" rIns="66040" bIns="6604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600" kern="1200" dirty="0"/>
            <a:t>гражданские дела</a:t>
          </a:r>
        </a:p>
      </dsp:txBody>
      <dsp:txXfrm>
        <a:off x="722447" y="1928542"/>
        <a:ext cx="3821345" cy="550971"/>
      </dsp:txXfrm>
    </dsp:sp>
    <dsp:sp modelId="{4A5E81C0-A16F-4EB6-869D-7CBA0D750510}">
      <dsp:nvSpPr>
        <dsp:cNvPr id="0" name=""/>
        <dsp:cNvSpPr/>
      </dsp:nvSpPr>
      <dsp:spPr>
        <a:xfrm>
          <a:off x="586753" y="2080118"/>
          <a:ext cx="271387" cy="247819"/>
        </a:xfrm>
        <a:prstGeom prst="ellipse">
          <a:avLst/>
        </a:prstGeom>
        <a:solidFill>
          <a:schemeClr val="lt1"/>
        </a:solidFill>
        <a:ln w="19050" cap="rnd" cmpd="sng" algn="ctr">
          <a:solidFill>
            <a:schemeClr val="accent2"/>
          </a:solidFill>
          <a:prstDash val="solid"/>
        </a:ln>
        <a:effectLst/>
      </dsp:spPr>
      <dsp:style>
        <a:lnRef idx="2">
          <a:schemeClr val="accent2"/>
        </a:lnRef>
        <a:fillRef idx="1">
          <a:schemeClr val="lt1"/>
        </a:fillRef>
        <a:effectRef idx="0">
          <a:schemeClr val="accent2"/>
        </a:effectRef>
        <a:fontRef idx="minor">
          <a:schemeClr val="dk1"/>
        </a:fontRef>
      </dsp:style>
    </dsp:sp>
    <dsp:sp modelId="{8D38EF12-B024-4305-ADFA-ABC20A71669C}">
      <dsp:nvSpPr>
        <dsp:cNvPr id="0" name=""/>
        <dsp:cNvSpPr/>
      </dsp:nvSpPr>
      <dsp:spPr>
        <a:xfrm>
          <a:off x="406563" y="2755142"/>
          <a:ext cx="4137230" cy="550971"/>
        </a:xfrm>
        <a:prstGeom prst="rect">
          <a:avLst/>
        </a:prstGeom>
        <a:noFill/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7333" tIns="66040" rIns="66040" bIns="6604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 dirty="0"/>
            <a:t>~</a:t>
          </a:r>
          <a:r>
            <a:rPr lang="ru-RU" sz="2600" b="0" i="0" kern="1200" dirty="0"/>
            <a:t>180 000 лемм </a:t>
          </a:r>
          <a:r>
            <a:rPr lang="ru-RU" sz="2600" kern="1200" dirty="0">
              <a:solidFill>
                <a:schemeClr val="tx1"/>
              </a:solidFill>
            </a:rPr>
            <a:t> </a:t>
          </a:r>
        </a:p>
      </dsp:txBody>
      <dsp:txXfrm>
        <a:off x="406563" y="2755142"/>
        <a:ext cx="4137230" cy="550971"/>
      </dsp:txXfrm>
    </dsp:sp>
    <dsp:sp modelId="{67A8ED57-6A99-45C5-9B1E-08F066A2EB3A}">
      <dsp:nvSpPr>
        <dsp:cNvPr id="0" name=""/>
        <dsp:cNvSpPr/>
      </dsp:nvSpPr>
      <dsp:spPr>
        <a:xfrm>
          <a:off x="272666" y="2898928"/>
          <a:ext cx="267792" cy="263398"/>
        </a:xfrm>
        <a:prstGeom prst="ellipse">
          <a:avLst/>
        </a:prstGeom>
        <a:solidFill>
          <a:schemeClr val="lt1"/>
        </a:solidFill>
        <a:ln w="19050" cap="rnd" cmpd="sng" algn="ctr">
          <a:solidFill>
            <a:schemeClr val="accent2"/>
          </a:solidFill>
          <a:prstDash val="solid"/>
        </a:ln>
        <a:effectLst/>
      </dsp:spPr>
      <dsp:style>
        <a:lnRef idx="2">
          <a:schemeClr val="accent2"/>
        </a:lnRef>
        <a:fillRef idx="1">
          <a:schemeClr val="lt1"/>
        </a:fillRef>
        <a:effectRef idx="0">
          <a:schemeClr val="accent2"/>
        </a:effectRef>
        <a:fontRef idx="minor">
          <a:schemeClr val="dk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810356-5915-4CCE-B491-C1B774A2909D}">
      <dsp:nvSpPr>
        <dsp:cNvPr id="0" name=""/>
        <dsp:cNvSpPr/>
      </dsp:nvSpPr>
      <dsp:spPr>
        <a:xfrm rot="5400000">
          <a:off x="1714066" y="55958"/>
          <a:ext cx="859030" cy="747356"/>
        </a:xfrm>
        <a:prstGeom prst="hexagon">
          <a:avLst>
            <a:gd name="adj" fmla="val 25000"/>
            <a:gd name="vf" fmla="val 115470"/>
          </a:avLst>
        </a:prstGeom>
        <a:solidFill>
          <a:schemeClr val="lt1"/>
        </a:solidFill>
        <a:ln w="19050" cap="rnd" cmpd="sng" algn="ctr">
          <a:solidFill>
            <a:schemeClr val="accent1"/>
          </a:solidFill>
          <a:prstDash val="solid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900" kern="1200" dirty="0"/>
            <a:t>глаголы</a:t>
          </a:r>
        </a:p>
      </dsp:txBody>
      <dsp:txXfrm rot="-5400000">
        <a:off x="1886366" y="133988"/>
        <a:ext cx="514430" cy="591299"/>
      </dsp:txXfrm>
    </dsp:sp>
    <dsp:sp modelId="{06C1396D-1B19-4D11-88E4-E0036E433F28}">
      <dsp:nvSpPr>
        <dsp:cNvPr id="0" name=""/>
        <dsp:cNvSpPr/>
      </dsp:nvSpPr>
      <dsp:spPr>
        <a:xfrm>
          <a:off x="2539939" y="171927"/>
          <a:ext cx="958678" cy="5154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57EB391-034C-4293-BDD3-FC75C7E3D33F}">
      <dsp:nvSpPr>
        <dsp:cNvPr id="0" name=""/>
        <dsp:cNvSpPr/>
      </dsp:nvSpPr>
      <dsp:spPr>
        <a:xfrm rot="5400000">
          <a:off x="906921" y="55958"/>
          <a:ext cx="859030" cy="747356"/>
        </a:xfrm>
        <a:prstGeom prst="hexagon">
          <a:avLst>
            <a:gd name="adj" fmla="val 25000"/>
            <a:gd name="vf" fmla="val 115470"/>
          </a:avLst>
        </a:prstGeom>
        <a:solidFill>
          <a:schemeClr val="lt1"/>
        </a:solidFill>
        <a:ln w="19050" cap="rnd" cmpd="sng" algn="ctr">
          <a:solidFill>
            <a:schemeClr val="accent2"/>
          </a:solidFill>
          <a:prstDash val="solid"/>
        </a:ln>
        <a:effectLst/>
      </dsp:spPr>
      <dsp:style>
        <a:lnRef idx="2">
          <a:schemeClr val="accent2"/>
        </a:lnRef>
        <a:fillRef idx="1">
          <a:schemeClr val="lt1"/>
        </a:fillRef>
        <a:effectRef idx="0">
          <a:schemeClr val="accent2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3600" kern="1200"/>
        </a:p>
      </dsp:txBody>
      <dsp:txXfrm rot="-5400000">
        <a:off x="1079221" y="133988"/>
        <a:ext cx="514430" cy="591299"/>
      </dsp:txXfrm>
    </dsp:sp>
    <dsp:sp modelId="{05E8A769-8175-4DDB-B9D7-D95718F637BF}">
      <dsp:nvSpPr>
        <dsp:cNvPr id="0" name=""/>
        <dsp:cNvSpPr/>
      </dsp:nvSpPr>
      <dsp:spPr>
        <a:xfrm rot="5400000">
          <a:off x="1308947" y="785104"/>
          <a:ext cx="859030" cy="747356"/>
        </a:xfrm>
        <a:prstGeom prst="hexagon">
          <a:avLst>
            <a:gd name="adj" fmla="val 25000"/>
            <a:gd name="vf" fmla="val 115470"/>
          </a:avLst>
        </a:prstGeom>
        <a:solidFill>
          <a:schemeClr val="lt1"/>
        </a:solidFill>
        <a:ln w="19050" cap="rnd" cmpd="sng" algn="ctr">
          <a:solidFill>
            <a:schemeClr val="accent2"/>
          </a:solidFill>
          <a:prstDash val="solid"/>
        </a:ln>
        <a:effectLst/>
      </dsp:spPr>
      <dsp:style>
        <a:lnRef idx="2">
          <a:schemeClr val="accent2"/>
        </a:lnRef>
        <a:fillRef idx="1">
          <a:schemeClr val="lt1"/>
        </a:fillRef>
        <a:effectRef idx="0">
          <a:schemeClr val="accent2"/>
        </a:effectRef>
        <a:fontRef idx="minor">
          <a:schemeClr val="dk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900" kern="1200" dirty="0"/>
        </a:p>
      </dsp:txBody>
      <dsp:txXfrm rot="-5400000">
        <a:off x="1481247" y="863134"/>
        <a:ext cx="514430" cy="591299"/>
      </dsp:txXfrm>
    </dsp:sp>
    <dsp:sp modelId="{17B9F5CB-FA98-4FF3-BB47-AB31DB919B53}">
      <dsp:nvSpPr>
        <dsp:cNvPr id="0" name=""/>
        <dsp:cNvSpPr/>
      </dsp:nvSpPr>
      <dsp:spPr>
        <a:xfrm>
          <a:off x="406106" y="901073"/>
          <a:ext cx="927753" cy="5154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F8423C4-B0AE-46B6-AE82-BF09E74589AF}">
      <dsp:nvSpPr>
        <dsp:cNvPr id="0" name=""/>
        <dsp:cNvSpPr/>
      </dsp:nvSpPr>
      <dsp:spPr>
        <a:xfrm rot="5400000">
          <a:off x="2116093" y="785104"/>
          <a:ext cx="859030" cy="747356"/>
        </a:xfrm>
        <a:prstGeom prst="hexagon">
          <a:avLst>
            <a:gd name="adj" fmla="val 25000"/>
            <a:gd name="vf" fmla="val 115470"/>
          </a:avLst>
        </a:prstGeom>
        <a:solidFill>
          <a:schemeClr val="lt1"/>
        </a:solidFill>
        <a:ln w="19050" cap="rnd" cmpd="sng" algn="ctr">
          <a:solidFill>
            <a:schemeClr val="accent2"/>
          </a:solidFill>
          <a:prstDash val="solid"/>
        </a:ln>
        <a:effectLst/>
      </dsp:spPr>
      <dsp:style>
        <a:lnRef idx="2">
          <a:schemeClr val="accent2"/>
        </a:lnRef>
        <a:fillRef idx="1">
          <a:schemeClr val="lt1"/>
        </a:fillRef>
        <a:effectRef idx="0">
          <a:schemeClr val="accent2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3600" kern="1200"/>
        </a:p>
      </dsp:txBody>
      <dsp:txXfrm rot="-5400000">
        <a:off x="2288393" y="863134"/>
        <a:ext cx="514430" cy="591299"/>
      </dsp:txXfrm>
    </dsp:sp>
    <dsp:sp modelId="{C4B3B84E-62F2-4066-AAE9-6B8EE2C7C821}">
      <dsp:nvSpPr>
        <dsp:cNvPr id="0" name=""/>
        <dsp:cNvSpPr/>
      </dsp:nvSpPr>
      <dsp:spPr>
        <a:xfrm rot="5400000">
          <a:off x="1714066" y="1514249"/>
          <a:ext cx="859030" cy="747356"/>
        </a:xfrm>
        <a:prstGeom prst="hexagon">
          <a:avLst>
            <a:gd name="adj" fmla="val 25000"/>
            <a:gd name="vf" fmla="val 115470"/>
          </a:avLst>
        </a:prstGeom>
        <a:solidFill>
          <a:schemeClr val="lt1"/>
        </a:solidFill>
        <a:ln w="19050" cap="rnd" cmpd="sng" algn="ctr">
          <a:solidFill>
            <a:schemeClr val="accent2"/>
          </a:solidFill>
          <a:prstDash val="solid"/>
        </a:ln>
        <a:effectLst/>
      </dsp:spPr>
      <dsp:style>
        <a:lnRef idx="2">
          <a:schemeClr val="accent2"/>
        </a:lnRef>
        <a:fillRef idx="1">
          <a:schemeClr val="lt1"/>
        </a:fillRef>
        <a:effectRef idx="0">
          <a:schemeClr val="accent2"/>
        </a:effectRef>
        <a:fontRef idx="minor">
          <a:schemeClr val="dk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900" kern="1200"/>
        </a:p>
      </dsp:txBody>
      <dsp:txXfrm rot="-5400000">
        <a:off x="1886366" y="1592279"/>
        <a:ext cx="514430" cy="591299"/>
      </dsp:txXfrm>
    </dsp:sp>
    <dsp:sp modelId="{1691732A-3555-43C6-8028-AA9E892559C4}">
      <dsp:nvSpPr>
        <dsp:cNvPr id="0" name=""/>
        <dsp:cNvSpPr/>
      </dsp:nvSpPr>
      <dsp:spPr>
        <a:xfrm>
          <a:off x="2539939" y="1630218"/>
          <a:ext cx="958678" cy="5154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8CFE2EE-7941-489F-9121-C3CDC4AF93B4}">
      <dsp:nvSpPr>
        <dsp:cNvPr id="0" name=""/>
        <dsp:cNvSpPr/>
      </dsp:nvSpPr>
      <dsp:spPr>
        <a:xfrm rot="5400000">
          <a:off x="906921" y="1514249"/>
          <a:ext cx="859030" cy="747356"/>
        </a:xfrm>
        <a:prstGeom prst="hexagon">
          <a:avLst>
            <a:gd name="adj" fmla="val 25000"/>
            <a:gd name="vf" fmla="val 115470"/>
          </a:avLst>
        </a:prstGeom>
        <a:solidFill>
          <a:schemeClr val="lt1"/>
        </a:solidFill>
        <a:ln w="19050" cap="rnd" cmpd="sng" algn="ctr">
          <a:solidFill>
            <a:schemeClr val="accent1"/>
          </a:solidFill>
          <a:prstDash val="solid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800" kern="1200" dirty="0"/>
            <a:t>приставки</a:t>
          </a:r>
        </a:p>
      </dsp:txBody>
      <dsp:txXfrm rot="-5400000">
        <a:off x="1079221" y="1592279"/>
        <a:ext cx="514430" cy="59129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810356-5915-4CCE-B491-C1B774A2909D}">
      <dsp:nvSpPr>
        <dsp:cNvPr id="0" name=""/>
        <dsp:cNvSpPr/>
      </dsp:nvSpPr>
      <dsp:spPr>
        <a:xfrm rot="5400000">
          <a:off x="1714066" y="55958"/>
          <a:ext cx="859030" cy="747356"/>
        </a:xfrm>
        <a:prstGeom prst="hexagon">
          <a:avLst>
            <a:gd name="adj" fmla="val 25000"/>
            <a:gd name="vf" fmla="val 115470"/>
          </a:avLst>
        </a:prstGeom>
        <a:solidFill>
          <a:schemeClr val="lt1"/>
        </a:solidFill>
        <a:ln w="19050" cap="rnd" cmpd="sng" algn="ctr">
          <a:solidFill>
            <a:schemeClr val="accent1"/>
          </a:solidFill>
          <a:prstDash val="solid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000" kern="1200" dirty="0"/>
            <a:t>леммы</a:t>
          </a:r>
        </a:p>
      </dsp:txBody>
      <dsp:txXfrm rot="-5400000">
        <a:off x="1886366" y="133988"/>
        <a:ext cx="514430" cy="591299"/>
      </dsp:txXfrm>
    </dsp:sp>
    <dsp:sp modelId="{06C1396D-1B19-4D11-88E4-E0036E433F28}">
      <dsp:nvSpPr>
        <dsp:cNvPr id="0" name=""/>
        <dsp:cNvSpPr/>
      </dsp:nvSpPr>
      <dsp:spPr>
        <a:xfrm>
          <a:off x="2539939" y="171927"/>
          <a:ext cx="958678" cy="5154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57EB391-034C-4293-BDD3-FC75C7E3D33F}">
      <dsp:nvSpPr>
        <dsp:cNvPr id="0" name=""/>
        <dsp:cNvSpPr/>
      </dsp:nvSpPr>
      <dsp:spPr>
        <a:xfrm rot="5400000">
          <a:off x="906921" y="55958"/>
          <a:ext cx="859030" cy="747356"/>
        </a:xfrm>
        <a:prstGeom prst="hexagon">
          <a:avLst>
            <a:gd name="adj" fmla="val 25000"/>
            <a:gd name="vf" fmla="val 115470"/>
          </a:avLst>
        </a:prstGeom>
        <a:solidFill>
          <a:schemeClr val="lt1"/>
        </a:solidFill>
        <a:ln w="19050" cap="rnd" cmpd="sng" algn="ctr">
          <a:solidFill>
            <a:schemeClr val="accent2"/>
          </a:solidFill>
          <a:prstDash val="solid"/>
        </a:ln>
        <a:effectLst/>
      </dsp:spPr>
      <dsp:style>
        <a:lnRef idx="2">
          <a:schemeClr val="accent2"/>
        </a:lnRef>
        <a:fillRef idx="1">
          <a:schemeClr val="lt1"/>
        </a:fillRef>
        <a:effectRef idx="0">
          <a:schemeClr val="accent2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3600" kern="1200"/>
        </a:p>
      </dsp:txBody>
      <dsp:txXfrm rot="-5400000">
        <a:off x="1079221" y="133988"/>
        <a:ext cx="514430" cy="591299"/>
      </dsp:txXfrm>
    </dsp:sp>
    <dsp:sp modelId="{05E8A769-8175-4DDB-B9D7-D95718F637BF}">
      <dsp:nvSpPr>
        <dsp:cNvPr id="0" name=""/>
        <dsp:cNvSpPr/>
      </dsp:nvSpPr>
      <dsp:spPr>
        <a:xfrm rot="5400000">
          <a:off x="1308947" y="785104"/>
          <a:ext cx="859030" cy="747356"/>
        </a:xfrm>
        <a:prstGeom prst="hexagon">
          <a:avLst>
            <a:gd name="adj" fmla="val 25000"/>
            <a:gd name="vf" fmla="val 115470"/>
          </a:avLst>
        </a:prstGeom>
        <a:solidFill>
          <a:schemeClr val="lt1"/>
        </a:solidFill>
        <a:ln w="19050" cap="rnd" cmpd="sng" algn="ctr">
          <a:solidFill>
            <a:schemeClr val="accent1"/>
          </a:solidFill>
          <a:prstDash val="solid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000" kern="1200" dirty="0"/>
            <a:t>стоп-слова</a:t>
          </a:r>
        </a:p>
      </dsp:txBody>
      <dsp:txXfrm rot="-5400000">
        <a:off x="1481247" y="863134"/>
        <a:ext cx="514430" cy="591299"/>
      </dsp:txXfrm>
    </dsp:sp>
    <dsp:sp modelId="{17B9F5CB-FA98-4FF3-BB47-AB31DB919B53}">
      <dsp:nvSpPr>
        <dsp:cNvPr id="0" name=""/>
        <dsp:cNvSpPr/>
      </dsp:nvSpPr>
      <dsp:spPr>
        <a:xfrm>
          <a:off x="406106" y="901073"/>
          <a:ext cx="927753" cy="5154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F8423C4-B0AE-46B6-AE82-BF09E74589AF}">
      <dsp:nvSpPr>
        <dsp:cNvPr id="0" name=""/>
        <dsp:cNvSpPr/>
      </dsp:nvSpPr>
      <dsp:spPr>
        <a:xfrm rot="5400000">
          <a:off x="2116093" y="785104"/>
          <a:ext cx="859030" cy="747356"/>
        </a:xfrm>
        <a:prstGeom prst="hexagon">
          <a:avLst>
            <a:gd name="adj" fmla="val 25000"/>
            <a:gd name="vf" fmla="val 115470"/>
          </a:avLst>
        </a:prstGeom>
        <a:solidFill>
          <a:schemeClr val="lt1"/>
        </a:solidFill>
        <a:ln w="19050" cap="rnd" cmpd="sng" algn="ctr">
          <a:solidFill>
            <a:schemeClr val="accent2"/>
          </a:solidFill>
          <a:prstDash val="solid"/>
        </a:ln>
        <a:effectLst/>
      </dsp:spPr>
      <dsp:style>
        <a:lnRef idx="2">
          <a:schemeClr val="accent2"/>
        </a:lnRef>
        <a:fillRef idx="1">
          <a:schemeClr val="lt1"/>
        </a:fillRef>
        <a:effectRef idx="0">
          <a:schemeClr val="accent2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3600" kern="1200"/>
        </a:p>
      </dsp:txBody>
      <dsp:txXfrm rot="-5400000">
        <a:off x="2288393" y="863134"/>
        <a:ext cx="514430" cy="591299"/>
      </dsp:txXfrm>
    </dsp:sp>
    <dsp:sp modelId="{C4B3B84E-62F2-4066-AAE9-6B8EE2C7C821}">
      <dsp:nvSpPr>
        <dsp:cNvPr id="0" name=""/>
        <dsp:cNvSpPr/>
      </dsp:nvSpPr>
      <dsp:spPr>
        <a:xfrm rot="5400000">
          <a:off x="1714066" y="1514249"/>
          <a:ext cx="859030" cy="747356"/>
        </a:xfrm>
        <a:prstGeom prst="hexagon">
          <a:avLst>
            <a:gd name="adj" fmla="val 25000"/>
            <a:gd name="vf" fmla="val 115470"/>
          </a:avLst>
        </a:prstGeom>
        <a:solidFill>
          <a:schemeClr val="lt1"/>
        </a:solidFill>
        <a:ln w="19050" cap="rnd" cmpd="sng" algn="ctr">
          <a:solidFill>
            <a:schemeClr val="accent2"/>
          </a:solidFill>
          <a:prstDash val="solid"/>
        </a:ln>
        <a:effectLst/>
      </dsp:spPr>
      <dsp:style>
        <a:lnRef idx="2">
          <a:schemeClr val="accent2"/>
        </a:lnRef>
        <a:fillRef idx="1">
          <a:schemeClr val="lt1"/>
        </a:fillRef>
        <a:effectRef idx="0">
          <a:schemeClr val="accent2"/>
        </a:effectRef>
        <a:fontRef idx="minor">
          <a:schemeClr val="dk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000" kern="1200"/>
        </a:p>
      </dsp:txBody>
      <dsp:txXfrm rot="-5400000">
        <a:off x="1886366" y="1592279"/>
        <a:ext cx="514430" cy="591299"/>
      </dsp:txXfrm>
    </dsp:sp>
    <dsp:sp modelId="{1691732A-3555-43C6-8028-AA9E892559C4}">
      <dsp:nvSpPr>
        <dsp:cNvPr id="0" name=""/>
        <dsp:cNvSpPr/>
      </dsp:nvSpPr>
      <dsp:spPr>
        <a:xfrm>
          <a:off x="2539939" y="1630218"/>
          <a:ext cx="958678" cy="5154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8CFE2EE-7941-489F-9121-C3CDC4AF93B4}">
      <dsp:nvSpPr>
        <dsp:cNvPr id="0" name=""/>
        <dsp:cNvSpPr/>
      </dsp:nvSpPr>
      <dsp:spPr>
        <a:xfrm rot="5400000">
          <a:off x="906921" y="1514249"/>
          <a:ext cx="859030" cy="747356"/>
        </a:xfrm>
        <a:prstGeom prst="hexagon">
          <a:avLst>
            <a:gd name="adj" fmla="val 25000"/>
            <a:gd name="vf" fmla="val 115470"/>
          </a:avLst>
        </a:prstGeom>
        <a:solidFill>
          <a:schemeClr val="lt1"/>
        </a:solidFill>
        <a:ln w="19050" cap="rnd" cmpd="sng" algn="ctr">
          <a:solidFill>
            <a:schemeClr val="accent1"/>
          </a:solidFill>
          <a:prstDash val="solid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000" kern="1200" dirty="0"/>
            <a:t>части речи</a:t>
          </a:r>
        </a:p>
      </dsp:txBody>
      <dsp:txXfrm rot="-5400000">
        <a:off x="1079221" y="1592279"/>
        <a:ext cx="514430" cy="59129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065769-CFC5-431D-96A0-694FC4D4DB1A}">
      <dsp:nvSpPr>
        <dsp:cNvPr id="0" name=""/>
        <dsp:cNvSpPr/>
      </dsp:nvSpPr>
      <dsp:spPr>
        <a:xfrm rot="10800000">
          <a:off x="1881818" y="129"/>
          <a:ext cx="6830720" cy="645194"/>
        </a:xfrm>
        <a:prstGeom prst="homePlat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4513" tIns="99060" rIns="184912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2600" kern="1200" dirty="0"/>
            <a:t>   S</a:t>
          </a:r>
          <a:r>
            <a:rPr lang="nl-NL" sz="2600" kern="1200" dirty="0"/>
            <a:t>tanza         NLTK          </a:t>
          </a:r>
          <a:r>
            <a:rPr lang="en-US" sz="2600" kern="1200" dirty="0"/>
            <a:t>Re</a:t>
          </a:r>
          <a:endParaRPr lang="ru-RU" sz="2600" kern="1200" dirty="0"/>
        </a:p>
      </dsp:txBody>
      <dsp:txXfrm rot="10800000">
        <a:off x="2043116" y="129"/>
        <a:ext cx="6669422" cy="645194"/>
      </dsp:txXfrm>
    </dsp:sp>
    <dsp:sp modelId="{6FDD8BDB-26F5-4B81-8B2E-098CF895D613}">
      <dsp:nvSpPr>
        <dsp:cNvPr id="0" name=""/>
        <dsp:cNvSpPr/>
      </dsp:nvSpPr>
      <dsp:spPr>
        <a:xfrm>
          <a:off x="1559221" y="129"/>
          <a:ext cx="645194" cy="64519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10DF984-B4BF-49F7-AD0E-032CD6129FA6}">
      <dsp:nvSpPr>
        <dsp:cNvPr id="0" name=""/>
        <dsp:cNvSpPr/>
      </dsp:nvSpPr>
      <dsp:spPr>
        <a:xfrm rot="10800000">
          <a:off x="1881818" y="831453"/>
          <a:ext cx="6830720" cy="645194"/>
        </a:xfrm>
        <a:prstGeom prst="homePlat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4513" tIns="99060" rIns="184912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   Os     P</a:t>
          </a:r>
          <a:r>
            <a:rPr lang="nl-NL" sz="2600" kern="1200" dirty="0"/>
            <a:t>ytelegrambotapi</a:t>
          </a:r>
          <a:endParaRPr lang="en-US" sz="2600" kern="1200" dirty="0"/>
        </a:p>
      </dsp:txBody>
      <dsp:txXfrm rot="10800000">
        <a:off x="2043116" y="831453"/>
        <a:ext cx="6669422" cy="645194"/>
      </dsp:txXfrm>
    </dsp:sp>
    <dsp:sp modelId="{9D1A3CAA-6A34-4FBE-A843-45A08681EFFC}">
      <dsp:nvSpPr>
        <dsp:cNvPr id="0" name=""/>
        <dsp:cNvSpPr/>
      </dsp:nvSpPr>
      <dsp:spPr>
        <a:xfrm>
          <a:off x="1559221" y="831453"/>
          <a:ext cx="645194" cy="64519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FBA8F6F-C70D-40B6-A83A-A9CE49521C5E}">
      <dsp:nvSpPr>
        <dsp:cNvPr id="0" name=""/>
        <dsp:cNvSpPr/>
      </dsp:nvSpPr>
      <dsp:spPr>
        <a:xfrm rot="10800000">
          <a:off x="1881818" y="1662777"/>
          <a:ext cx="6830720" cy="645194"/>
        </a:xfrm>
        <a:prstGeom prst="homePlat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4513" tIns="99060" rIns="184912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    TfidfVectorizer   Counter</a:t>
          </a:r>
          <a:endParaRPr lang="ru-RU" sz="2600" kern="1200" dirty="0"/>
        </a:p>
      </dsp:txBody>
      <dsp:txXfrm rot="10800000">
        <a:off x="2043116" y="1662777"/>
        <a:ext cx="6669422" cy="645194"/>
      </dsp:txXfrm>
    </dsp:sp>
    <dsp:sp modelId="{4F232C55-728A-4287-B2F5-A4CA668FEC49}">
      <dsp:nvSpPr>
        <dsp:cNvPr id="0" name=""/>
        <dsp:cNvSpPr/>
      </dsp:nvSpPr>
      <dsp:spPr>
        <a:xfrm>
          <a:off x="1559221" y="1662777"/>
          <a:ext cx="645194" cy="64519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390343-0D3F-4F4C-A9E0-B98D115E0EAE}">
      <dsp:nvSpPr>
        <dsp:cNvPr id="0" name=""/>
        <dsp:cNvSpPr/>
      </dsp:nvSpPr>
      <dsp:spPr>
        <a:xfrm rot="10800000">
          <a:off x="1881818" y="2494101"/>
          <a:ext cx="6830720" cy="645194"/>
        </a:xfrm>
        <a:prstGeom prst="homePlat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4513" tIns="99060" rIns="184912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  Pandas</a:t>
          </a:r>
          <a:endParaRPr lang="ru-RU" sz="2600" kern="1200" dirty="0"/>
        </a:p>
      </dsp:txBody>
      <dsp:txXfrm rot="10800000">
        <a:off x="2043116" y="2494101"/>
        <a:ext cx="6669422" cy="645194"/>
      </dsp:txXfrm>
    </dsp:sp>
    <dsp:sp modelId="{8B620118-0197-4F3A-BBCA-B55C5EC32B40}">
      <dsp:nvSpPr>
        <dsp:cNvPr id="0" name=""/>
        <dsp:cNvSpPr/>
      </dsp:nvSpPr>
      <dsp:spPr>
        <a:xfrm>
          <a:off x="1559221" y="2494101"/>
          <a:ext cx="645194" cy="64519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0477A0E-DE81-46AE-9A18-E3525CF61481}">
      <dsp:nvSpPr>
        <dsp:cNvPr id="0" name=""/>
        <dsp:cNvSpPr/>
      </dsp:nvSpPr>
      <dsp:spPr>
        <a:xfrm rot="10800000">
          <a:off x="1881818" y="3325425"/>
          <a:ext cx="6830720" cy="645194"/>
        </a:xfrm>
        <a:prstGeom prst="homePlat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4513" tIns="99060" rIns="184912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     Requests    Fake_useragent</a:t>
          </a:r>
          <a:endParaRPr lang="ru-RU" sz="2600" kern="1200" dirty="0"/>
        </a:p>
      </dsp:txBody>
      <dsp:txXfrm rot="10800000">
        <a:off x="2043116" y="3325425"/>
        <a:ext cx="6669422" cy="645194"/>
      </dsp:txXfrm>
    </dsp:sp>
    <dsp:sp modelId="{2D26BB0A-0592-486F-86E1-710074A62920}">
      <dsp:nvSpPr>
        <dsp:cNvPr id="0" name=""/>
        <dsp:cNvSpPr/>
      </dsp:nvSpPr>
      <dsp:spPr>
        <a:xfrm>
          <a:off x="1559221" y="3325425"/>
          <a:ext cx="645194" cy="64519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AlternatingHexagons">
  <dgm:title val=""/>
  <dgm:desc val=""/>
  <dgm:catLst>
    <dgm:cat type="list" pri="1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chMax/>
      <dgm:chPref/>
      <dgm:dir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primFontSz" for="des" forName="Parent1" val="65"/>
      <dgm:constr type="primFontSz" for="des" forName="Childtext1" refType="primFontSz" refFor="des" refForName="Parent1" op="lte"/>
      <dgm:constr type="w" for="ch" forName="composite" refType="w"/>
      <dgm:constr type="h" for="ch" forName="composite" refType="h"/>
      <dgm:constr type="h" for="ch" forName="spaceBetweenRectangles" refType="w" refFor="ch" refForName="composite" fact="-0.042"/>
      <dgm:constr type="sp" refType="h" refFor="ch" refForName="composite" op="equ" fact="0.1"/>
    </dgm:constrLst>
    <dgm:forEach name="nodesForEach" axis="ch" ptType="node">
      <dgm:layoutNode name="composite">
        <dgm:alg type="composite">
          <dgm:param type="ar" val="3.6"/>
        </dgm:alg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hoose name="Name3">
              <dgm:if name="Name4" axis="self" ptType="node" func="posOdd" op="equ" val="1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/>
                  <dgm:constr type="h" for="ch" forName="BalanceSpacing" refType="h" fact="0.1"/>
                  <dgm:constr type="l" for="ch" forName="BalanceSpacing1" refType="w" fact="0.69"/>
                  <dgm:constr type="t" for="ch" forName="BalanceSpacing1" refType="h" fact="0.2"/>
                  <dgm:constr type="w" for="ch" forName="BalanceSpacing1" refType="w" fact="0.31"/>
                  <dgm:constr type="h" for="ch" forName="BalanceSpacing1" refType="h" fact="0.6"/>
                </dgm:constrLst>
              </dgm:if>
              <dgm:else name="Name5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  <dgm:constr type="l" for="ch" forName="BalanceSpacing1" refType="w" fact="0"/>
                  <dgm:constr type="t" for="ch" forName="BalanceSpacing1" refType="h" fact="0.2"/>
                  <dgm:constr type="w" for="ch" forName="BalanceSpacing1" refType="w" fact="0.3"/>
                  <dgm:constr type="h" for="ch" forName="BalanceSpacing1" refType="h" fact="0.6"/>
                </dgm:constrLst>
              </dgm:else>
            </dgm:choose>
          </dgm:if>
          <dgm:else name="Name6">
            <dgm:choose name="Name7">
              <dgm:if name="Name8" axis="self" ptType="node" func="posOdd" op="equ" val="1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if>
              <dgm:else name="Name9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else>
            </dgm:choose>
          </dgm:else>
        </dgm:choose>
        <dgm:layoutNode name="Parent1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rot="90" type="hexagon" r:blip="">
            <dgm:adjLst>
              <dgm:adj idx="1" val="0.25"/>
              <dgm:adj idx="2" val="1.154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hildtext1" styleLbl="revTx">
          <dgm:varLst>
            <dgm:chMax val="0"/>
            <dgm:chPref val="0"/>
            <dgm:bulletEnabled val="1"/>
          </dgm:varLst>
          <dgm:choose name="Name10">
            <dgm:if name="Name11" func="var" arg="dir" op="equ" val="norm">
              <dgm:choose name="Name12">
                <dgm:if name="Name13" axis="self" ptType="node" func="posOdd" op="equ" val="1">
                  <dgm:alg type="tx">
                    <dgm:param type="parTxLTRAlign" val="l"/>
                  </dgm:alg>
                </dgm:if>
                <dgm:else name="Name14">
                  <dgm:alg type="tx">
                    <dgm:param type="parTxLTRAlign" val="r"/>
                  </dgm:alg>
                </dgm:else>
              </dgm:choose>
            </dgm:if>
            <dgm:else name="Name15">
              <dgm:choose name="Name16">
                <dgm:if name="Name17" axis="self" ptType="node" func="posOdd" op="equ" val="1">
                  <dgm:alg type="tx">
                    <dgm:param type="parTxLTRAlign" val="r"/>
                  </dgm:alg>
                </dgm:if>
                <dgm:else name="Name18">
                  <dgm:alg type="tx">
                    <dgm:param type="parTxLTRAlign" val="l"/>
                  </dgm:alg>
                </dgm:else>
              </dgm:choose>
            </dgm:else>
          </dgm:choose>
          <dgm:shape xmlns:r="http://schemas.openxmlformats.org/officeDocument/2006/relationships" type="rect" r:blip="">
            <dgm:adjLst/>
          </dgm:shape>
          <dgm:presOf axis="des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BalanceSpacing">
          <dgm:alg type="sp"/>
          <dgm:shape xmlns:r="http://schemas.openxmlformats.org/officeDocument/2006/relationships" r:blip="">
            <dgm:adjLst/>
          </dgm:shape>
        </dgm:layoutNode>
        <dgm:layoutNode name="BalanceSpacing1">
          <dgm:alg type="sp"/>
          <dgm:shape xmlns:r="http://schemas.openxmlformats.org/officeDocument/2006/relationships" r:blip="">
            <dgm:adjLst/>
          </dgm:shape>
        </dgm:layoutNode>
        <dgm:forEach name="Name19" axis="followSib" ptType="sibTrans" hideLastTrans="0" cnt="1">
          <dgm:layoutNode name="Accent1Text" styleLbl="node1">
            <dgm:alg type="tx"/>
            <dgm:shape xmlns:r="http://schemas.openxmlformats.org/officeDocument/2006/relationships" rot="90" type="hexagon" r:blip="">
              <dgm:adjLst>
                <dgm:adj idx="1" val="0.25"/>
                <dgm:adj idx="2" val="1.1547"/>
              </dgm:adjLst>
            </dgm:shape>
            <dgm:presOf axis="self" ptType="sibTrans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forEach>
      </dgm:layoutNode>
      <dgm:forEach name="Name2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AlternatingHexagons">
  <dgm:title val=""/>
  <dgm:desc val=""/>
  <dgm:catLst>
    <dgm:cat type="list" pri="1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chMax/>
      <dgm:chPref/>
      <dgm:dir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primFontSz" for="des" forName="Parent1" val="65"/>
      <dgm:constr type="primFontSz" for="des" forName="Childtext1" refType="primFontSz" refFor="des" refForName="Parent1" op="lte"/>
      <dgm:constr type="w" for="ch" forName="composite" refType="w"/>
      <dgm:constr type="h" for="ch" forName="composite" refType="h"/>
      <dgm:constr type="h" for="ch" forName="spaceBetweenRectangles" refType="w" refFor="ch" refForName="composite" fact="-0.042"/>
      <dgm:constr type="sp" refType="h" refFor="ch" refForName="composite" op="equ" fact="0.1"/>
    </dgm:constrLst>
    <dgm:forEach name="nodesForEach" axis="ch" ptType="node">
      <dgm:layoutNode name="composite">
        <dgm:alg type="composite">
          <dgm:param type="ar" val="3.6"/>
        </dgm:alg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hoose name="Name3">
              <dgm:if name="Name4" axis="self" ptType="node" func="posOdd" op="equ" val="1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/>
                  <dgm:constr type="h" for="ch" forName="BalanceSpacing" refType="h" fact="0.1"/>
                  <dgm:constr type="l" for="ch" forName="BalanceSpacing1" refType="w" fact="0.69"/>
                  <dgm:constr type="t" for="ch" forName="BalanceSpacing1" refType="h" fact="0.2"/>
                  <dgm:constr type="w" for="ch" forName="BalanceSpacing1" refType="w" fact="0.31"/>
                  <dgm:constr type="h" for="ch" forName="BalanceSpacing1" refType="h" fact="0.6"/>
                </dgm:constrLst>
              </dgm:if>
              <dgm:else name="Name5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  <dgm:constr type="l" for="ch" forName="BalanceSpacing1" refType="w" fact="0"/>
                  <dgm:constr type="t" for="ch" forName="BalanceSpacing1" refType="h" fact="0.2"/>
                  <dgm:constr type="w" for="ch" forName="BalanceSpacing1" refType="w" fact="0.3"/>
                  <dgm:constr type="h" for="ch" forName="BalanceSpacing1" refType="h" fact="0.6"/>
                </dgm:constrLst>
              </dgm:else>
            </dgm:choose>
          </dgm:if>
          <dgm:else name="Name6">
            <dgm:choose name="Name7">
              <dgm:if name="Name8" axis="self" ptType="node" func="posOdd" op="equ" val="1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if>
              <dgm:else name="Name9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else>
            </dgm:choose>
          </dgm:else>
        </dgm:choose>
        <dgm:layoutNode name="Parent1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rot="90" type="hexagon" r:blip="">
            <dgm:adjLst>
              <dgm:adj idx="1" val="0.25"/>
              <dgm:adj idx="2" val="1.154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hildtext1" styleLbl="revTx">
          <dgm:varLst>
            <dgm:chMax val="0"/>
            <dgm:chPref val="0"/>
            <dgm:bulletEnabled val="1"/>
          </dgm:varLst>
          <dgm:choose name="Name10">
            <dgm:if name="Name11" func="var" arg="dir" op="equ" val="norm">
              <dgm:choose name="Name12">
                <dgm:if name="Name13" axis="self" ptType="node" func="posOdd" op="equ" val="1">
                  <dgm:alg type="tx">
                    <dgm:param type="parTxLTRAlign" val="l"/>
                  </dgm:alg>
                </dgm:if>
                <dgm:else name="Name14">
                  <dgm:alg type="tx">
                    <dgm:param type="parTxLTRAlign" val="r"/>
                  </dgm:alg>
                </dgm:else>
              </dgm:choose>
            </dgm:if>
            <dgm:else name="Name15">
              <dgm:choose name="Name16">
                <dgm:if name="Name17" axis="self" ptType="node" func="posOdd" op="equ" val="1">
                  <dgm:alg type="tx">
                    <dgm:param type="parTxLTRAlign" val="r"/>
                  </dgm:alg>
                </dgm:if>
                <dgm:else name="Name18">
                  <dgm:alg type="tx">
                    <dgm:param type="parTxLTRAlign" val="l"/>
                  </dgm:alg>
                </dgm:else>
              </dgm:choose>
            </dgm:else>
          </dgm:choose>
          <dgm:shape xmlns:r="http://schemas.openxmlformats.org/officeDocument/2006/relationships" type="rect" r:blip="">
            <dgm:adjLst/>
          </dgm:shape>
          <dgm:presOf axis="des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BalanceSpacing">
          <dgm:alg type="sp"/>
          <dgm:shape xmlns:r="http://schemas.openxmlformats.org/officeDocument/2006/relationships" r:blip="">
            <dgm:adjLst/>
          </dgm:shape>
        </dgm:layoutNode>
        <dgm:layoutNode name="BalanceSpacing1">
          <dgm:alg type="sp"/>
          <dgm:shape xmlns:r="http://schemas.openxmlformats.org/officeDocument/2006/relationships" r:blip="">
            <dgm:adjLst/>
          </dgm:shape>
        </dgm:layoutNode>
        <dgm:forEach name="Name19" axis="followSib" ptType="sibTrans" hideLastTrans="0" cnt="1">
          <dgm:layoutNode name="Accent1Text" styleLbl="node1">
            <dgm:alg type="tx"/>
            <dgm:shape xmlns:r="http://schemas.openxmlformats.org/officeDocument/2006/relationships" rot="90" type="hexagon" r:blip="">
              <dgm:adjLst>
                <dgm:adj idx="1" val="0.25"/>
                <dgm:adj idx="2" val="1.1547"/>
              </dgm:adjLst>
            </dgm:shape>
            <dgm:presOf axis="self" ptType="sibTrans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forEach>
      </dgm:layoutNode>
      <dgm:forEach name="Name2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81E227-A4C5-4B46-B8FC-901290E14C03}" type="datetimeFigureOut">
              <a:rPr lang="ru-RU" smtClean="0"/>
              <a:t>07.02.2026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8D89E8-8BBF-4887-BC76-1091F18C5A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49660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8D89E8-8BBF-4887-BC76-1091F18C5A98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20363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8013E-1777-4416-938C-D3A648661F2A}" type="datetimeFigureOut">
              <a:rPr lang="ru-RU" smtClean="0"/>
              <a:t>07.02.2026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B86A6-B484-4BDE-AFDA-4D9BAFA1A0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26447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8013E-1777-4416-938C-D3A648661F2A}" type="datetimeFigureOut">
              <a:rPr lang="ru-RU" smtClean="0"/>
              <a:t>07.02.2026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B86A6-B484-4BDE-AFDA-4D9BAFA1A0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74175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8013E-1777-4416-938C-D3A648661F2A}" type="datetimeFigureOut">
              <a:rPr lang="ru-RU" smtClean="0"/>
              <a:t>07.02.2026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B86A6-B484-4BDE-AFDA-4D9BAFA1A0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42563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8013E-1777-4416-938C-D3A648661F2A}" type="datetimeFigureOut">
              <a:rPr lang="ru-RU" smtClean="0"/>
              <a:t>07.02.2026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B86A6-B484-4BDE-AFDA-4D9BAFA1A0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48119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8013E-1777-4416-938C-D3A648661F2A}" type="datetimeFigureOut">
              <a:rPr lang="ru-RU" smtClean="0"/>
              <a:t>07.02.2026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B86A6-B484-4BDE-AFDA-4D9BAFA1A0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07931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8013E-1777-4416-938C-D3A648661F2A}" type="datetimeFigureOut">
              <a:rPr lang="ru-RU" smtClean="0"/>
              <a:t>07.02.2026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B86A6-B484-4BDE-AFDA-4D9BAFA1A0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08090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8013E-1777-4416-938C-D3A648661F2A}" type="datetimeFigureOut">
              <a:rPr lang="ru-RU" smtClean="0"/>
              <a:t>07.02.2026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B86A6-B484-4BDE-AFDA-4D9BAFA1A0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47854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8013E-1777-4416-938C-D3A648661F2A}" type="datetimeFigureOut">
              <a:rPr lang="ru-RU" smtClean="0"/>
              <a:t>07.02.2026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B86A6-B484-4BDE-AFDA-4D9BAFA1A0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84077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8013E-1777-4416-938C-D3A648661F2A}" type="datetimeFigureOut">
              <a:rPr lang="ru-RU" smtClean="0"/>
              <a:t>07.02.2026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B86A6-B484-4BDE-AFDA-4D9BAFA1A0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08594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8013E-1777-4416-938C-D3A648661F2A}" type="datetimeFigureOut">
              <a:rPr lang="ru-RU" smtClean="0"/>
              <a:t>07.02.2026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B86A6-B484-4BDE-AFDA-4D9BAFA1A0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29992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8013E-1777-4416-938C-D3A648661F2A}" type="datetimeFigureOut">
              <a:rPr lang="ru-RU" smtClean="0"/>
              <a:t>07.02.2026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B86A6-B484-4BDE-AFDA-4D9BAFA1A058}" type="slidenum">
              <a:rPr lang="ru-RU" smtClean="0"/>
              <a:t>‹#›</a:t>
            </a:fld>
            <a:endParaRPr lang="ru-RU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669500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8013E-1777-4416-938C-D3A648661F2A}" type="datetimeFigureOut">
              <a:rPr lang="ru-RU" smtClean="0"/>
              <a:t>07.02.2026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B86A6-B484-4BDE-AFDA-4D9BAFA1A0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89030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8013E-1777-4416-938C-D3A648661F2A}" type="datetimeFigureOut">
              <a:rPr lang="ru-RU" smtClean="0"/>
              <a:t>07.02.2026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B86A6-B484-4BDE-AFDA-4D9BAFA1A058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063404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8013E-1777-4416-938C-D3A648661F2A}" type="datetimeFigureOut">
              <a:rPr lang="ru-RU" smtClean="0"/>
              <a:t>07.02.2026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B86A6-B484-4BDE-AFDA-4D9BAFA1A0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20591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8013E-1777-4416-938C-D3A648661F2A}" type="datetimeFigureOut">
              <a:rPr lang="ru-RU" smtClean="0"/>
              <a:t>07.02.2026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B86A6-B484-4BDE-AFDA-4D9BAFA1A0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59571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8013E-1777-4416-938C-D3A648661F2A}" type="datetimeFigureOut">
              <a:rPr lang="ru-RU" smtClean="0"/>
              <a:t>07.02.2026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B86A6-B484-4BDE-AFDA-4D9BAFA1A0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7469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08013E-1777-4416-938C-D3A648661F2A}" type="datetimeFigureOut">
              <a:rPr lang="ru-RU" smtClean="0"/>
              <a:t>07.02.2026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828B86A6-B484-4BDE-AFDA-4D9BAFA1A0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26873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8" r:id="rId1"/>
    <p:sldLayoutId id="2147483959" r:id="rId2"/>
    <p:sldLayoutId id="2147483960" r:id="rId3"/>
    <p:sldLayoutId id="2147483961" r:id="rId4"/>
    <p:sldLayoutId id="2147483962" r:id="rId5"/>
    <p:sldLayoutId id="2147483963" r:id="rId6"/>
    <p:sldLayoutId id="2147483964" r:id="rId7"/>
    <p:sldLayoutId id="2147483965" r:id="rId8"/>
    <p:sldLayoutId id="2147483966" r:id="rId9"/>
    <p:sldLayoutId id="2147483967" r:id="rId10"/>
    <p:sldLayoutId id="2147483968" r:id="rId11"/>
    <p:sldLayoutId id="2147483969" r:id="rId12"/>
    <p:sldLayoutId id="2147483970" r:id="rId13"/>
    <p:sldLayoutId id="2147483971" r:id="rId14"/>
    <p:sldLayoutId id="2147483972" r:id="rId15"/>
    <p:sldLayoutId id="214748397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3.jpg"/><Relationship Id="rId7" Type="http://schemas.openxmlformats.org/officeDocument/2006/relationships/diagramColors" Target="../diagrams/colors2.xm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10" Type="http://schemas.openxmlformats.org/officeDocument/2006/relationships/image" Target="../media/image5.svg"/><Relationship Id="rId4" Type="http://schemas.openxmlformats.org/officeDocument/2006/relationships/diagramData" Target="../diagrams/data2.xml"/><Relationship Id="rId9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jpg"/><Relationship Id="rId4" Type="http://schemas.openxmlformats.org/officeDocument/2006/relationships/image" Target="../media/image12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16.svg"/></Relationships>
</file>

<file path=ppt/slides/_rels/slide1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3.jpg"/><Relationship Id="rId7" Type="http://schemas.openxmlformats.org/officeDocument/2006/relationships/diagramColors" Target="../diagrams/colors3.xml"/><Relationship Id="rId12" Type="http://schemas.openxmlformats.org/officeDocument/2006/relationships/image" Target="../media/image5.sv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.xml"/><Relationship Id="rId11" Type="http://schemas.openxmlformats.org/officeDocument/2006/relationships/image" Target="../media/image4.png"/><Relationship Id="rId5" Type="http://schemas.openxmlformats.org/officeDocument/2006/relationships/diagramLayout" Target="../diagrams/layout3.xml"/><Relationship Id="rId10" Type="http://schemas.openxmlformats.org/officeDocument/2006/relationships/image" Target="../media/image18.svg"/><Relationship Id="rId4" Type="http://schemas.openxmlformats.org/officeDocument/2006/relationships/diagramData" Target="../diagrams/data3.xml"/><Relationship Id="rId9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jpg"/><Relationship Id="rId3" Type="http://schemas.openxmlformats.org/officeDocument/2006/relationships/image" Target="../media/image9.svg"/><Relationship Id="rId7" Type="http://schemas.openxmlformats.org/officeDocument/2006/relationships/image" Target="../media/image25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svg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sv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30.svg"/><Relationship Id="rId7" Type="http://schemas.openxmlformats.org/officeDocument/2006/relationships/image" Target="../media/image34.sv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svg"/><Relationship Id="rId4" Type="http://schemas.openxmlformats.org/officeDocument/2006/relationships/image" Target="../media/image31.png"/><Relationship Id="rId9" Type="http://schemas.openxmlformats.org/officeDocument/2006/relationships/image" Target="../media/image23.sv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jpg"/><Relationship Id="rId4" Type="http://schemas.openxmlformats.org/officeDocument/2006/relationships/image" Target="../media/image23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sv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svg"/><Relationship Id="rId13" Type="http://schemas.openxmlformats.org/officeDocument/2006/relationships/image" Target="../media/image44.png"/><Relationship Id="rId3" Type="http://schemas.openxmlformats.org/officeDocument/2006/relationships/diagramLayout" Target="../diagrams/layout4.xml"/><Relationship Id="rId7" Type="http://schemas.openxmlformats.org/officeDocument/2006/relationships/image" Target="../media/image38.png"/><Relationship Id="rId12" Type="http://schemas.openxmlformats.org/officeDocument/2006/relationships/image" Target="../media/image43.svg"/><Relationship Id="rId2" Type="http://schemas.openxmlformats.org/officeDocument/2006/relationships/diagramData" Target="../diagrams/data4.xml"/><Relationship Id="rId16" Type="http://schemas.openxmlformats.org/officeDocument/2006/relationships/image" Target="../media/image47.svg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11" Type="http://schemas.openxmlformats.org/officeDocument/2006/relationships/image" Target="../media/image42.png"/><Relationship Id="rId5" Type="http://schemas.openxmlformats.org/officeDocument/2006/relationships/diagramColors" Target="../diagrams/colors4.xml"/><Relationship Id="rId15" Type="http://schemas.openxmlformats.org/officeDocument/2006/relationships/image" Target="../media/image46.png"/><Relationship Id="rId10" Type="http://schemas.openxmlformats.org/officeDocument/2006/relationships/image" Target="../media/image41.svg"/><Relationship Id="rId4" Type="http://schemas.openxmlformats.org/officeDocument/2006/relationships/diagramQuickStyle" Target="../diagrams/quickStyle4.xml"/><Relationship Id="rId9" Type="http://schemas.openxmlformats.org/officeDocument/2006/relationships/image" Target="../media/image40.png"/><Relationship Id="rId14" Type="http://schemas.openxmlformats.org/officeDocument/2006/relationships/image" Target="../media/image4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9BA3DC-6E82-CBD9-86F9-B0A7A5363B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3027" y="1003852"/>
            <a:ext cx="7766936" cy="4071450"/>
          </a:xfrm>
        </p:spPr>
        <p:txBody>
          <a:bodyPr>
            <a:normAutofit fontScale="90000"/>
          </a:bodyPr>
          <a:lstStyle/>
          <a:p>
            <a:r>
              <a:rPr lang="ru-RU" sz="6000" dirty="0"/>
              <a:t>Чат-бот – </a:t>
            </a:r>
            <a:br>
              <a:rPr lang="ru-RU" sz="6000" dirty="0"/>
            </a:br>
            <a:r>
              <a:rPr lang="ru-RU" sz="6000" dirty="0"/>
              <a:t>составитель упражнений</a:t>
            </a:r>
            <a:br>
              <a:rPr lang="ru-RU" sz="6000" dirty="0"/>
            </a:br>
            <a:r>
              <a:rPr lang="ru-RU" sz="6000" dirty="0"/>
              <a:t>по юридическому нидерландскому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E058E81-A418-878A-7605-41A1192113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470992" y="5075302"/>
            <a:ext cx="4501791" cy="1646301"/>
          </a:xfrm>
        </p:spPr>
        <p:txBody>
          <a:bodyPr>
            <a:normAutofit/>
          </a:bodyPr>
          <a:lstStyle/>
          <a:p>
            <a:endParaRPr lang="ru-RU" dirty="0"/>
          </a:p>
          <a:p>
            <a:pPr algn="r"/>
            <a:endParaRPr lang="ru-RU" dirty="0"/>
          </a:p>
          <a:p>
            <a:pPr algn="r"/>
            <a:endParaRPr lang="ru-RU" dirty="0"/>
          </a:p>
          <a:p>
            <a:pPr algn="r"/>
            <a:r>
              <a:rPr lang="ru-RU" dirty="0"/>
              <a:t>Балакирева Полина</a:t>
            </a:r>
          </a:p>
        </p:txBody>
      </p:sp>
    </p:spTree>
    <p:extLst>
      <p:ext uri="{BB962C8B-B14F-4D97-AF65-F5344CB8AC3E}">
        <p14:creationId xmlns:p14="http://schemas.microsoft.com/office/powerpoint/2010/main" val="4277458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FBFE1F-7DB0-05A9-1A6D-0952A60E5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Цель проекта, область применения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405124F-9F40-734D-3B57-19BA391C60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7307" y="1749685"/>
            <a:ext cx="8176722" cy="3846468"/>
          </a:xfrm>
        </p:spPr>
        <p:txBody>
          <a:bodyPr>
            <a:normAutofit fontScale="92500"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ru-RU" sz="3000" dirty="0"/>
              <a:t>   Создать программу, которая бы помогала в освоении юридического нидерландского на основе реальных правовых документов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3000" dirty="0"/>
              <a:t>   Пользователи программы:</a:t>
            </a:r>
          </a:p>
          <a:p>
            <a:pPr>
              <a:buFontTx/>
              <a:buChar char="-"/>
            </a:pPr>
            <a:r>
              <a:rPr lang="ru-RU" sz="3000" dirty="0"/>
              <a:t>  преподаватели (формирование дополнительных материалов к занятиям)</a:t>
            </a:r>
          </a:p>
          <a:p>
            <a:pPr>
              <a:buFontTx/>
              <a:buChar char="-"/>
            </a:pPr>
            <a:r>
              <a:rPr lang="ru-RU" sz="3000" dirty="0"/>
              <a:t>  обучающиеся (создание упражнений для самопроверки)</a:t>
            </a:r>
          </a:p>
        </p:txBody>
      </p:sp>
    </p:spTree>
    <p:extLst>
      <p:ext uri="{BB962C8B-B14F-4D97-AF65-F5344CB8AC3E}">
        <p14:creationId xmlns:p14="http://schemas.microsoft.com/office/powerpoint/2010/main" val="28524329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555802-66F8-DBD7-7D21-A61771B44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Актуальность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D930160-C8BE-A1F2-3AED-8732DA81E0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8074" y="1323768"/>
            <a:ext cx="8596668" cy="4924632"/>
          </a:xfrm>
        </p:spPr>
        <p:txBody>
          <a:bodyPr>
            <a:normAutofit fontScale="92500" lnSpcReduction="10000"/>
          </a:bodyPr>
          <a:lstStyle/>
          <a:p>
            <a:endParaRPr lang="ru-RU" dirty="0"/>
          </a:p>
          <a:p>
            <a:pPr>
              <a:buFont typeface="Arial" panose="020B0604020202020204" pitchFamily="34" charset="0"/>
              <a:buChar char="•"/>
            </a:pPr>
            <a:r>
              <a:rPr lang="ru-RU" sz="2800" dirty="0"/>
              <a:t>   В сети отсутствуют открытые онлайн-ресурсы, ориентированные на изучение юридического нидерландского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800" dirty="0"/>
              <a:t>   Нидерландский входит в обязательную программу при обучении юристов-международников, специализирующихся на регионе Бенилюкс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800" dirty="0"/>
              <a:t>  Нидерландская правовая система относится к континентальной, как и российская, их сопоставление является предметом научного и законодательного интереса</a:t>
            </a:r>
          </a:p>
        </p:txBody>
      </p:sp>
    </p:spTree>
    <p:extLst>
      <p:ext uri="{BB962C8B-B14F-4D97-AF65-F5344CB8AC3E}">
        <p14:creationId xmlns:p14="http://schemas.microsoft.com/office/powerpoint/2010/main" val="7976351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03DC16-4388-BEBC-6409-C884033E35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Конечный продукт</a:t>
            </a:r>
          </a:p>
        </p:txBody>
      </p: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C2426A23-161D-36A5-B065-53E26375058B}"/>
              </a:ext>
            </a:extLst>
          </p:cNvPr>
          <p:cNvGrpSpPr/>
          <p:nvPr/>
        </p:nvGrpSpPr>
        <p:grpSpPr>
          <a:xfrm>
            <a:off x="3876007" y="1713709"/>
            <a:ext cx="2183070" cy="1245962"/>
            <a:chOff x="3234723" y="381239"/>
            <a:chExt cx="2241024" cy="1166261"/>
          </a:xfrm>
        </p:grpSpPr>
        <p:sp>
          <p:nvSpPr>
            <p:cNvPr id="16" name="Прямоугольник: скругленные углы 15">
              <a:extLst>
                <a:ext uri="{FF2B5EF4-FFF2-40B4-BE49-F238E27FC236}">
                  <a16:creationId xmlns:a16="http://schemas.microsoft.com/office/drawing/2014/main" id="{0EFF03B0-DC8E-343F-ECB2-B6B24F055505}"/>
                </a:ext>
              </a:extLst>
            </p:cNvPr>
            <p:cNvSpPr/>
            <p:nvPr/>
          </p:nvSpPr>
          <p:spPr>
            <a:xfrm>
              <a:off x="3234723" y="381239"/>
              <a:ext cx="2241024" cy="1166261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17" name="Прямоугольник: скругленные углы 4">
              <a:extLst>
                <a:ext uri="{FF2B5EF4-FFF2-40B4-BE49-F238E27FC236}">
                  <a16:creationId xmlns:a16="http://schemas.microsoft.com/office/drawing/2014/main" id="{62696978-0DA3-F007-FFB4-C80C40763551}"/>
                </a:ext>
              </a:extLst>
            </p:cNvPr>
            <p:cNvSpPr txBox="1"/>
            <p:nvPr/>
          </p:nvSpPr>
          <p:spPr>
            <a:xfrm>
              <a:off x="3234724" y="438171"/>
              <a:ext cx="2127160" cy="105239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1440" tIns="91440" rIns="91440" bIns="91440" numCol="1" spcCol="1270" anchor="ctr" anchorCtr="0">
              <a:noAutofit/>
            </a:bodyPr>
            <a:lstStyle/>
            <a:p>
              <a:pPr marL="0" lvl="0" indent="0" algn="ctr" defTabSz="1600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ru-RU" sz="3600" kern="1200" dirty="0"/>
                <a:t>Чат-бот</a:t>
              </a:r>
            </a:p>
          </p:txBody>
        </p:sp>
      </p:grpSp>
      <p:grpSp>
        <p:nvGrpSpPr>
          <p:cNvPr id="40" name="Группа 39">
            <a:extLst>
              <a:ext uri="{FF2B5EF4-FFF2-40B4-BE49-F238E27FC236}">
                <a16:creationId xmlns:a16="http://schemas.microsoft.com/office/drawing/2014/main" id="{930CDE29-ACFB-5E3B-C4C8-8D6177F05028}"/>
              </a:ext>
            </a:extLst>
          </p:cNvPr>
          <p:cNvGrpSpPr/>
          <p:nvPr/>
        </p:nvGrpSpPr>
        <p:grpSpPr>
          <a:xfrm>
            <a:off x="338205" y="1914492"/>
            <a:ext cx="9049971" cy="635318"/>
            <a:chOff x="354330" y="1569051"/>
            <a:chExt cx="9049971" cy="635318"/>
          </a:xfrm>
        </p:grpSpPr>
        <p:grpSp>
          <p:nvGrpSpPr>
            <p:cNvPr id="38" name="Группа 37">
              <a:extLst>
                <a:ext uri="{FF2B5EF4-FFF2-40B4-BE49-F238E27FC236}">
                  <a16:creationId xmlns:a16="http://schemas.microsoft.com/office/drawing/2014/main" id="{67A66E7D-5284-6621-D2AE-4CAD2D738606}"/>
                </a:ext>
              </a:extLst>
            </p:cNvPr>
            <p:cNvGrpSpPr/>
            <p:nvPr/>
          </p:nvGrpSpPr>
          <p:grpSpPr>
            <a:xfrm>
              <a:off x="354330" y="1569051"/>
              <a:ext cx="3680460" cy="635318"/>
              <a:chOff x="354330" y="1569051"/>
              <a:chExt cx="3680460" cy="635318"/>
            </a:xfrm>
          </p:grpSpPr>
          <p:sp>
            <p:nvSpPr>
              <p:cNvPr id="30" name="Прямоугольник 29">
                <a:extLst>
                  <a:ext uri="{FF2B5EF4-FFF2-40B4-BE49-F238E27FC236}">
                    <a16:creationId xmlns:a16="http://schemas.microsoft.com/office/drawing/2014/main" id="{A4097C40-28DA-4DBF-FEB2-F74B7AB5D945}"/>
                  </a:ext>
                </a:extLst>
              </p:cNvPr>
              <p:cNvSpPr/>
              <p:nvPr/>
            </p:nvSpPr>
            <p:spPr>
              <a:xfrm>
                <a:off x="354330" y="1569051"/>
                <a:ext cx="3680460" cy="63531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ru-RU" sz="2500" dirty="0"/>
                  <a:t>Удаление глаголов</a:t>
                </a:r>
              </a:p>
            </p:txBody>
          </p:sp>
          <p:cxnSp>
            <p:nvCxnSpPr>
              <p:cNvPr id="33" name="Прямая соединительная линия 32">
                <a:extLst>
                  <a:ext uri="{FF2B5EF4-FFF2-40B4-BE49-F238E27FC236}">
                    <a16:creationId xmlns:a16="http://schemas.microsoft.com/office/drawing/2014/main" id="{A5983F4D-472B-467E-87EB-518280566B03}"/>
                  </a:ext>
                </a:extLst>
              </p:cNvPr>
              <p:cNvCxnSpPr/>
              <p:nvPr/>
            </p:nvCxnSpPr>
            <p:spPr>
              <a:xfrm>
                <a:off x="563034" y="2204369"/>
                <a:ext cx="3083136" cy="0"/>
              </a:xfrm>
              <a:prstGeom prst="line">
                <a:avLst/>
              </a:prstGeom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  <p:grpSp>
          <p:nvGrpSpPr>
            <p:cNvPr id="39" name="Группа 38">
              <a:extLst>
                <a:ext uri="{FF2B5EF4-FFF2-40B4-BE49-F238E27FC236}">
                  <a16:creationId xmlns:a16="http://schemas.microsoft.com/office/drawing/2014/main" id="{7596165C-3A41-18F0-3CC4-DFAB09B10A06}"/>
                </a:ext>
              </a:extLst>
            </p:cNvPr>
            <p:cNvGrpSpPr/>
            <p:nvPr/>
          </p:nvGrpSpPr>
          <p:grpSpPr>
            <a:xfrm>
              <a:off x="5667143" y="1569051"/>
              <a:ext cx="3737158" cy="635318"/>
              <a:chOff x="5667143" y="1569051"/>
              <a:chExt cx="3737158" cy="635318"/>
            </a:xfrm>
          </p:grpSpPr>
          <p:sp>
            <p:nvSpPr>
              <p:cNvPr id="31" name="Прямоугольник 30">
                <a:extLst>
                  <a:ext uri="{FF2B5EF4-FFF2-40B4-BE49-F238E27FC236}">
                    <a16:creationId xmlns:a16="http://schemas.microsoft.com/office/drawing/2014/main" id="{062C7DC7-9153-BB8D-8080-0E8486F5EAE4}"/>
                  </a:ext>
                </a:extLst>
              </p:cNvPr>
              <p:cNvSpPr/>
              <p:nvPr/>
            </p:nvSpPr>
            <p:spPr>
              <a:xfrm>
                <a:off x="5667143" y="1569051"/>
                <a:ext cx="3680460" cy="63531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ru-RU" sz="2500" dirty="0"/>
                  <a:t>Выдача текстов </a:t>
                </a:r>
              </a:p>
            </p:txBody>
          </p:sp>
          <p:cxnSp>
            <p:nvCxnSpPr>
              <p:cNvPr id="36" name="Прямая соединительная линия 35">
                <a:extLst>
                  <a:ext uri="{FF2B5EF4-FFF2-40B4-BE49-F238E27FC236}">
                    <a16:creationId xmlns:a16="http://schemas.microsoft.com/office/drawing/2014/main" id="{F12FC6E2-14E1-F03B-51D0-8459CE3E0C47}"/>
                  </a:ext>
                </a:extLst>
              </p:cNvPr>
              <p:cNvCxnSpPr/>
              <p:nvPr/>
            </p:nvCxnSpPr>
            <p:spPr>
              <a:xfrm>
                <a:off x="6321165" y="2204369"/>
                <a:ext cx="3083136" cy="0"/>
              </a:xfrm>
              <a:prstGeom prst="line">
                <a:avLst/>
              </a:prstGeom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</p:grp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724712EB-4678-C290-39F2-5673F19F2ACE}"/>
              </a:ext>
            </a:extLst>
          </p:cNvPr>
          <p:cNvSpPr/>
          <p:nvPr/>
        </p:nvSpPr>
        <p:spPr>
          <a:xfrm>
            <a:off x="583138" y="2898849"/>
            <a:ext cx="4328945" cy="299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nl-NL" sz="1200" b="1" i="1" dirty="0"/>
              <a:t>Vul de juiste vorm van het werkwoord in.</a:t>
            </a:r>
            <a:endParaRPr lang="ru-RU" sz="1200" b="1" i="1" dirty="0"/>
          </a:p>
          <a:p>
            <a:r>
              <a:rPr lang="ru-RU" sz="1200" dirty="0"/>
              <a:t> </a:t>
            </a:r>
          </a:p>
          <a:p>
            <a:pPr algn="just"/>
            <a:r>
              <a:rPr lang="nl-NL" sz="1200" dirty="0"/>
              <a:t>2. Beoordeling van het middel</a:t>
            </a:r>
            <a:r>
              <a:rPr lang="en-US" sz="1200" dirty="0"/>
              <a:t>. </a:t>
            </a:r>
            <a:r>
              <a:rPr lang="nl-NL" sz="1200" dirty="0"/>
              <a:t>De Hoge Raad heeft de klachten over het arrest van het hof _____. De uitkomst hiervan is dat deze klachten niet kunnen _____ tot vernietiging van dat arrest. De Hoge Raad _____ niet te _____ waarom hij tot dit oordeel is _____. Bij de beoordeling van deze klachten is het namelijk niet nodig om antwoord te _____ op vragen die van belang zijn voor de eenheid of de ontwikkeling van het recht (_____ artikel 81 lid 1 van de Wet op de rechterlijke organisatie).</a:t>
            </a:r>
            <a:endParaRPr lang="ru-RU" sz="1200" dirty="0"/>
          </a:p>
          <a:p>
            <a:r>
              <a:rPr lang="ru-RU" sz="1200" dirty="0"/>
              <a:t> </a:t>
            </a:r>
          </a:p>
          <a:p>
            <a:r>
              <a:rPr lang="nl-NL" sz="1200" b="1" i="1" dirty="0"/>
              <a:t>Werkwoorden: </a:t>
            </a:r>
            <a:endParaRPr lang="ru-RU" sz="1200" b="1" i="1" dirty="0"/>
          </a:p>
          <a:p>
            <a:r>
              <a:rPr lang="nl-NL" sz="1200" dirty="0"/>
              <a:t>beoordelen, leiden, hoeven, motiveren, komen, geven, zien</a:t>
            </a:r>
            <a:endParaRPr lang="ru-RU" sz="1200" dirty="0"/>
          </a:p>
        </p:txBody>
      </p:sp>
      <p:sp>
        <p:nvSpPr>
          <p:cNvPr id="41" name="Прямоугольник 40">
            <a:extLst>
              <a:ext uri="{FF2B5EF4-FFF2-40B4-BE49-F238E27FC236}">
                <a16:creationId xmlns:a16="http://schemas.microsoft.com/office/drawing/2014/main" id="{CA13B3D2-5A4D-9448-6051-109E4D9D3F08}"/>
              </a:ext>
            </a:extLst>
          </p:cNvPr>
          <p:cNvSpPr/>
          <p:nvPr/>
        </p:nvSpPr>
        <p:spPr>
          <a:xfrm>
            <a:off x="5230540" y="2859139"/>
            <a:ext cx="4196541" cy="30757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nl-NL" sz="1200" b="1" i="1" dirty="0">
                <a:solidFill>
                  <a:schemeClr val="tx1"/>
                </a:solidFill>
              </a:rPr>
              <a:t>		Sleutelwoorden: </a:t>
            </a:r>
            <a:r>
              <a:rPr lang="nl-NL" sz="1200" dirty="0">
                <a:solidFill>
                  <a:schemeClr val="tx1"/>
                </a:solidFill>
              </a:rPr>
              <a:t>teken, merk, beeldmerk, publiek, overeenstemming, mate, merkinbreuk, schoen, verband, verwarringsgevaar</a:t>
            </a:r>
          </a:p>
          <a:p>
            <a:pPr algn="just"/>
            <a:endParaRPr lang="nl-NL" sz="1200" dirty="0">
              <a:solidFill>
                <a:schemeClr val="tx1"/>
              </a:solidFill>
            </a:endParaRPr>
          </a:p>
          <a:p>
            <a:pPr algn="just"/>
            <a:r>
              <a:rPr lang="nl-NL" sz="1200" dirty="0">
                <a:solidFill>
                  <a:schemeClr val="tx1"/>
                </a:solidFill>
              </a:rPr>
              <a:t>Nummer 23/04968 Datum 10 oktober 2025 ARREST In de zaak van P.K. HOLDLINE B.V., gevestigd te Uden,  EISERES tot cassatie, hierna: PK, advoca</a:t>
            </a:r>
            <a:r>
              <a:rPr lang="en-US" sz="1200" dirty="0">
                <a:solidFill>
                  <a:schemeClr val="tx1"/>
                </a:solidFill>
              </a:rPr>
              <a:t>at</a:t>
            </a:r>
            <a:r>
              <a:rPr lang="nl-NL" sz="1200" dirty="0">
                <a:solidFill>
                  <a:schemeClr val="tx1"/>
                </a:solidFill>
              </a:rPr>
              <a:t>: T. Cohen Jehoram, tegen COOPER CONSUMER HEALTH NL B.V., gevestigd te Diemen, VERWEERSTER in cassatie, hierna: Vemedia, advocaat: F.W.E. Eijsvogels.</a:t>
            </a:r>
          </a:p>
          <a:p>
            <a:pPr algn="just"/>
            <a:endParaRPr lang="nl-NL" sz="1200" dirty="0">
              <a:solidFill>
                <a:schemeClr val="tx1"/>
              </a:solidFill>
            </a:endParaRPr>
          </a:p>
          <a:p>
            <a:pPr algn="just"/>
            <a:r>
              <a:rPr lang="nl-NL" sz="1200" dirty="0">
                <a:solidFill>
                  <a:schemeClr val="tx1"/>
                </a:solidFill>
              </a:rPr>
              <a:t>1. Procesverloop</a:t>
            </a:r>
          </a:p>
          <a:p>
            <a:pPr algn="just"/>
            <a:r>
              <a:rPr lang="nl-NL" sz="1200" dirty="0">
                <a:solidFill>
                  <a:schemeClr val="tx1"/>
                </a:solidFill>
              </a:rPr>
              <a:t>Voor het verloop van het geding in feitelijke</a:t>
            </a:r>
          </a:p>
          <a:p>
            <a:pPr algn="just"/>
            <a:r>
              <a:rPr lang="nl-NL" sz="1200" dirty="0">
                <a:solidFill>
                  <a:schemeClr val="tx1"/>
                </a:solidFill>
              </a:rPr>
              <a:t>instanties verwijst de Hoge Raad naar...</a:t>
            </a:r>
          </a:p>
        </p:txBody>
      </p:sp>
    </p:spTree>
    <p:extLst>
      <p:ext uri="{BB962C8B-B14F-4D97-AF65-F5344CB8AC3E}">
        <p14:creationId xmlns:p14="http://schemas.microsoft.com/office/powerpoint/2010/main" val="29548834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D6E544-C7DA-CD68-1844-A2EA85498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Формирование корпуса</a:t>
            </a:r>
          </a:p>
        </p:txBody>
      </p:sp>
      <p:grpSp>
        <p:nvGrpSpPr>
          <p:cNvPr id="34" name="Группа 33">
            <a:extLst>
              <a:ext uri="{FF2B5EF4-FFF2-40B4-BE49-F238E27FC236}">
                <a16:creationId xmlns:a16="http://schemas.microsoft.com/office/drawing/2014/main" id="{7835B0D4-C81B-690D-F501-1984F2DC04B7}"/>
              </a:ext>
            </a:extLst>
          </p:cNvPr>
          <p:cNvGrpSpPr/>
          <p:nvPr/>
        </p:nvGrpSpPr>
        <p:grpSpPr>
          <a:xfrm>
            <a:off x="1010343" y="2261870"/>
            <a:ext cx="3764967" cy="3541124"/>
            <a:chOff x="1054836" y="2384243"/>
            <a:chExt cx="3764967" cy="3541124"/>
          </a:xfrm>
        </p:grpSpPr>
        <p:sp>
          <p:nvSpPr>
            <p:cNvPr id="29" name="Прямоугольник 28">
              <a:extLst>
                <a:ext uri="{FF2B5EF4-FFF2-40B4-BE49-F238E27FC236}">
                  <a16:creationId xmlns:a16="http://schemas.microsoft.com/office/drawing/2014/main" id="{A90B30BF-729D-34B3-2298-0C33C7AB6D07}"/>
                </a:ext>
              </a:extLst>
            </p:cNvPr>
            <p:cNvSpPr/>
            <p:nvPr/>
          </p:nvSpPr>
          <p:spPr>
            <a:xfrm>
              <a:off x="1054836" y="4736647"/>
              <a:ext cx="3764967" cy="118872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ru-RU" dirty="0"/>
                <a:t>Верховный суд Нидерландов – высшая судебная инстанция по гражданским, уголовным и налоговым делам</a:t>
              </a:r>
            </a:p>
          </p:txBody>
        </p:sp>
        <p:grpSp>
          <p:nvGrpSpPr>
            <p:cNvPr id="33" name="Группа 32">
              <a:extLst>
                <a:ext uri="{FF2B5EF4-FFF2-40B4-BE49-F238E27FC236}">
                  <a16:creationId xmlns:a16="http://schemas.microsoft.com/office/drawing/2014/main" id="{8FC71E76-A10D-EFDB-84DC-8C9A377D79CB}"/>
                </a:ext>
              </a:extLst>
            </p:cNvPr>
            <p:cNvGrpSpPr/>
            <p:nvPr/>
          </p:nvGrpSpPr>
          <p:grpSpPr>
            <a:xfrm>
              <a:off x="1184223" y="2384243"/>
              <a:ext cx="3506195" cy="2089514"/>
              <a:chOff x="1184223" y="2384243"/>
              <a:chExt cx="3506195" cy="2089514"/>
            </a:xfrm>
          </p:grpSpPr>
          <p:grpSp>
            <p:nvGrpSpPr>
              <p:cNvPr id="32" name="Группа 31">
                <a:extLst>
                  <a:ext uri="{FF2B5EF4-FFF2-40B4-BE49-F238E27FC236}">
                    <a16:creationId xmlns:a16="http://schemas.microsoft.com/office/drawing/2014/main" id="{F769445B-64DB-8EA2-DEB2-86367AE59C4B}"/>
                  </a:ext>
                </a:extLst>
              </p:cNvPr>
              <p:cNvGrpSpPr/>
              <p:nvPr/>
            </p:nvGrpSpPr>
            <p:grpSpPr>
              <a:xfrm>
                <a:off x="1184223" y="2384243"/>
                <a:ext cx="3506195" cy="2089514"/>
                <a:chOff x="1184223" y="2384243"/>
                <a:chExt cx="3506195" cy="2089514"/>
              </a:xfrm>
            </p:grpSpPr>
            <p:pic>
              <p:nvPicPr>
                <p:cNvPr id="27" name="Рисунок 26">
                  <a:extLst>
                    <a:ext uri="{FF2B5EF4-FFF2-40B4-BE49-F238E27FC236}">
                      <a16:creationId xmlns:a16="http://schemas.microsoft.com/office/drawing/2014/main" id="{7C631F17-E178-519F-F4EE-5CFCF433957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r="7689"/>
                <a:stretch>
                  <a:fillRect/>
                </a:stretch>
              </p:blipFill>
              <p:spPr>
                <a:xfrm>
                  <a:off x="1184223" y="2384243"/>
                  <a:ext cx="3506195" cy="2089514"/>
                </a:xfrm>
                <a:prstGeom prst="rect">
                  <a:avLst/>
                </a:prstGeom>
              </p:spPr>
            </p:pic>
            <p:cxnSp>
              <p:nvCxnSpPr>
                <p:cNvPr id="30" name="Прямая соединительная линия 29">
                  <a:extLst>
                    <a:ext uri="{FF2B5EF4-FFF2-40B4-BE49-F238E27FC236}">
                      <a16:creationId xmlns:a16="http://schemas.microsoft.com/office/drawing/2014/main" id="{FCAEA4F3-5290-41BE-2165-D2286E735733}"/>
                    </a:ext>
                  </a:extLst>
                </p:cNvPr>
                <p:cNvCxnSpPr/>
                <p:nvPr/>
              </p:nvCxnSpPr>
              <p:spPr>
                <a:xfrm>
                  <a:off x="1335579" y="2384243"/>
                  <a:ext cx="3083136" cy="0"/>
                </a:xfrm>
                <a:prstGeom prst="line">
                  <a:avLst/>
                </a:prstGeom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1" name="Прямая соединительная линия 30">
                <a:extLst>
                  <a:ext uri="{FF2B5EF4-FFF2-40B4-BE49-F238E27FC236}">
                    <a16:creationId xmlns:a16="http://schemas.microsoft.com/office/drawing/2014/main" id="{AD7D7803-B47D-6F69-E14F-04E28DFE14CB}"/>
                  </a:ext>
                </a:extLst>
              </p:cNvPr>
              <p:cNvCxnSpPr/>
              <p:nvPr/>
            </p:nvCxnSpPr>
            <p:spPr>
              <a:xfrm>
                <a:off x="1335579" y="4473757"/>
                <a:ext cx="3083136" cy="0"/>
              </a:xfrm>
              <a:prstGeom prst="line">
                <a:avLst/>
              </a:prstGeom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</p:grpSp>
      <p:graphicFrame>
        <p:nvGraphicFramePr>
          <p:cNvPr id="35" name="Схема 34">
            <a:extLst>
              <a:ext uri="{FF2B5EF4-FFF2-40B4-BE49-F238E27FC236}">
                <a16:creationId xmlns:a16="http://schemas.microsoft.com/office/drawing/2014/main" id="{7C6C9DD5-C72A-9A49-A851-5782FA244F6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11404201"/>
              </p:ext>
            </p:extLst>
          </p:nvPr>
        </p:nvGraphicFramePr>
        <p:xfrm>
          <a:off x="4975668" y="1638272"/>
          <a:ext cx="4591359" cy="35814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265BE3C0-AF64-7BAE-8E51-248590D94B9F}"/>
              </a:ext>
            </a:extLst>
          </p:cNvPr>
          <p:cNvSpPr/>
          <p:nvPr/>
        </p:nvSpPr>
        <p:spPr>
          <a:xfrm>
            <a:off x="3600450" y="6212297"/>
            <a:ext cx="4023360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i="1" dirty="0"/>
              <a:t>https://uitspraken.rechtspraak.nl</a:t>
            </a:r>
          </a:p>
        </p:txBody>
      </p:sp>
      <p:grpSp>
        <p:nvGrpSpPr>
          <p:cNvPr id="37" name="Группа 36">
            <a:extLst>
              <a:ext uri="{FF2B5EF4-FFF2-40B4-BE49-F238E27FC236}">
                <a16:creationId xmlns:a16="http://schemas.microsoft.com/office/drawing/2014/main" id="{088643D7-69BE-84A2-9DE0-D4EBF814877A}"/>
              </a:ext>
            </a:extLst>
          </p:cNvPr>
          <p:cNvGrpSpPr/>
          <p:nvPr/>
        </p:nvGrpSpPr>
        <p:grpSpPr>
          <a:xfrm>
            <a:off x="4645925" y="4778885"/>
            <a:ext cx="4921102" cy="1323284"/>
            <a:chOff x="406563" y="1982829"/>
            <a:chExt cx="4921102" cy="1323284"/>
          </a:xfrm>
        </p:grpSpPr>
        <p:sp>
          <p:nvSpPr>
            <p:cNvPr id="38" name="Прямоугольник 37">
              <a:extLst>
                <a:ext uri="{FF2B5EF4-FFF2-40B4-BE49-F238E27FC236}">
                  <a16:creationId xmlns:a16="http://schemas.microsoft.com/office/drawing/2014/main" id="{07D94401-0C46-7615-9438-6B6F9169AD4F}"/>
                </a:ext>
              </a:extLst>
            </p:cNvPr>
            <p:cNvSpPr/>
            <p:nvPr/>
          </p:nvSpPr>
          <p:spPr>
            <a:xfrm>
              <a:off x="406563" y="2755142"/>
              <a:ext cx="4137230" cy="55097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3F3B41C4-932D-D296-BE34-DEF906071520}"/>
                </a:ext>
              </a:extLst>
            </p:cNvPr>
            <p:cNvSpPr txBox="1"/>
            <p:nvPr/>
          </p:nvSpPr>
          <p:spPr>
            <a:xfrm>
              <a:off x="1190435" y="1982829"/>
              <a:ext cx="4137230" cy="55097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437333" tIns="66040" rIns="66040" bIns="66040" numCol="1" spcCol="1270" anchor="ctr" anchorCtr="0">
              <a:noAutofit/>
            </a:bodyPr>
            <a:lstStyle/>
            <a:p>
              <a:pPr marL="0" lvl="0" indent="0" algn="l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ru-RU" sz="2600" dirty="0">
                  <a:solidFill>
                    <a:schemeClr val="tx1"/>
                  </a:solidFill>
                </a:rPr>
                <a:t>без стоп-слов</a:t>
              </a:r>
              <a:endParaRPr lang="ru-RU" sz="2600" kern="120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972324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F6D0D9-4ED6-DCED-B87F-0BEDC4C05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1. Удаление глаголов</a:t>
            </a:r>
          </a:p>
        </p:txBody>
      </p:sp>
      <p:grpSp>
        <p:nvGrpSpPr>
          <p:cNvPr id="42" name="Группа 41">
            <a:extLst>
              <a:ext uri="{FF2B5EF4-FFF2-40B4-BE49-F238E27FC236}">
                <a16:creationId xmlns:a16="http://schemas.microsoft.com/office/drawing/2014/main" id="{3E3F8148-7D95-3F8E-8CF0-05BC42CB1BBA}"/>
              </a:ext>
            </a:extLst>
          </p:cNvPr>
          <p:cNvGrpSpPr/>
          <p:nvPr/>
        </p:nvGrpSpPr>
        <p:grpSpPr>
          <a:xfrm>
            <a:off x="578775" y="4092159"/>
            <a:ext cx="2773097" cy="885031"/>
            <a:chOff x="391803" y="4077914"/>
            <a:chExt cx="2773097" cy="885031"/>
          </a:xfrm>
        </p:grpSpPr>
        <p:pic>
          <p:nvPicPr>
            <p:cNvPr id="16" name="Рисунок 15">
              <a:extLst>
                <a:ext uri="{FF2B5EF4-FFF2-40B4-BE49-F238E27FC236}">
                  <a16:creationId xmlns:a16="http://schemas.microsoft.com/office/drawing/2014/main" id="{3A9BFDEC-05AF-5F03-CD30-4945EB8FDB5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1803" y="4077914"/>
              <a:ext cx="2773097" cy="885031"/>
            </a:xfrm>
            <a:prstGeom prst="rect">
              <a:avLst/>
            </a:prstGeom>
          </p:spPr>
        </p:pic>
        <p:sp>
          <p:nvSpPr>
            <p:cNvPr id="19" name="Прямоугольник 18">
              <a:extLst>
                <a:ext uri="{FF2B5EF4-FFF2-40B4-BE49-F238E27FC236}">
                  <a16:creationId xmlns:a16="http://schemas.microsoft.com/office/drawing/2014/main" id="{C6BF732E-9E02-B147-58EF-2712925DEB0F}"/>
                </a:ext>
              </a:extLst>
            </p:cNvPr>
            <p:cNvSpPr/>
            <p:nvPr/>
          </p:nvSpPr>
          <p:spPr>
            <a:xfrm>
              <a:off x="582930" y="4206240"/>
              <a:ext cx="480060" cy="573905"/>
            </a:xfrm>
            <a:prstGeom prst="rect">
              <a:avLst/>
            </a:prstGeom>
            <a:solidFill>
              <a:schemeClr val="accent2">
                <a:lumMod val="40000"/>
                <a:lumOff val="60000"/>
                <a:alpha val="42000"/>
              </a:schemeClr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43" name="Группа 42">
            <a:extLst>
              <a:ext uri="{FF2B5EF4-FFF2-40B4-BE49-F238E27FC236}">
                <a16:creationId xmlns:a16="http://schemas.microsoft.com/office/drawing/2014/main" id="{EF624FD0-670F-7FE7-0589-4774B6C47F21}"/>
              </a:ext>
            </a:extLst>
          </p:cNvPr>
          <p:cNvGrpSpPr/>
          <p:nvPr/>
        </p:nvGrpSpPr>
        <p:grpSpPr>
          <a:xfrm>
            <a:off x="1062990" y="4908471"/>
            <a:ext cx="2094909" cy="897818"/>
            <a:chOff x="852821" y="4780145"/>
            <a:chExt cx="2094909" cy="897818"/>
          </a:xfrm>
        </p:grpSpPr>
        <p:pic>
          <p:nvPicPr>
            <p:cNvPr id="18" name="Рисунок 17">
              <a:extLst>
                <a:ext uri="{FF2B5EF4-FFF2-40B4-BE49-F238E27FC236}">
                  <a16:creationId xmlns:a16="http://schemas.microsoft.com/office/drawing/2014/main" id="{4E79B03E-24AA-1F9E-B28E-DC9C33E43BF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2821" y="4780145"/>
              <a:ext cx="2094909" cy="897818"/>
            </a:xfrm>
            <a:prstGeom prst="rect">
              <a:avLst/>
            </a:prstGeom>
          </p:spPr>
        </p:pic>
        <p:sp>
          <p:nvSpPr>
            <p:cNvPr id="20" name="Прямоугольник 19">
              <a:extLst>
                <a:ext uri="{FF2B5EF4-FFF2-40B4-BE49-F238E27FC236}">
                  <a16:creationId xmlns:a16="http://schemas.microsoft.com/office/drawing/2014/main" id="{662C8EF9-82B5-4B52-25A3-005CBFF9AF94}"/>
                </a:ext>
              </a:extLst>
            </p:cNvPr>
            <p:cNvSpPr/>
            <p:nvPr/>
          </p:nvSpPr>
          <p:spPr>
            <a:xfrm>
              <a:off x="1578640" y="4962945"/>
              <a:ext cx="353030" cy="326629"/>
            </a:xfrm>
            <a:prstGeom prst="rect">
              <a:avLst/>
            </a:prstGeom>
            <a:solidFill>
              <a:schemeClr val="accent2">
                <a:lumMod val="40000"/>
                <a:lumOff val="60000"/>
                <a:alpha val="42000"/>
              </a:schemeClr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aphicFrame>
        <p:nvGraphicFramePr>
          <p:cNvPr id="38" name="Схема 37">
            <a:extLst>
              <a:ext uri="{FF2B5EF4-FFF2-40B4-BE49-F238E27FC236}">
                <a16:creationId xmlns:a16="http://schemas.microsoft.com/office/drawing/2014/main" id="{B9FFFF33-01FF-8C77-0E3D-C053A20D7D6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08378985"/>
              </p:ext>
            </p:extLst>
          </p:nvPr>
        </p:nvGraphicFramePr>
        <p:xfrm>
          <a:off x="3023306" y="4078562"/>
          <a:ext cx="3904724" cy="23175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pSp>
        <p:nvGrpSpPr>
          <p:cNvPr id="46" name="Группа 45">
            <a:extLst>
              <a:ext uri="{FF2B5EF4-FFF2-40B4-BE49-F238E27FC236}">
                <a16:creationId xmlns:a16="http://schemas.microsoft.com/office/drawing/2014/main" id="{C30D17AF-80CA-A1D2-BE54-F2D9472F9B89}"/>
              </a:ext>
            </a:extLst>
          </p:cNvPr>
          <p:cNvGrpSpPr/>
          <p:nvPr/>
        </p:nvGrpSpPr>
        <p:grpSpPr>
          <a:xfrm>
            <a:off x="677334" y="1479245"/>
            <a:ext cx="8183287" cy="2939663"/>
            <a:chOff x="391803" y="1483747"/>
            <a:chExt cx="8183287" cy="2939663"/>
          </a:xfrm>
        </p:grpSpPr>
        <p:grpSp>
          <p:nvGrpSpPr>
            <p:cNvPr id="12" name="Группа 11">
              <a:extLst>
                <a:ext uri="{FF2B5EF4-FFF2-40B4-BE49-F238E27FC236}">
                  <a16:creationId xmlns:a16="http://schemas.microsoft.com/office/drawing/2014/main" id="{D2AD4390-E9A2-2E83-E9AB-23E1A556A8D7}"/>
                </a:ext>
              </a:extLst>
            </p:cNvPr>
            <p:cNvGrpSpPr/>
            <p:nvPr/>
          </p:nvGrpSpPr>
          <p:grpSpPr>
            <a:xfrm>
              <a:off x="391803" y="2161494"/>
              <a:ext cx="2555926" cy="1656357"/>
              <a:chOff x="3234723" y="381239"/>
              <a:chExt cx="2241024" cy="1166261"/>
            </a:xfrm>
          </p:grpSpPr>
          <p:sp>
            <p:nvSpPr>
              <p:cNvPr id="13" name="Прямоугольник: скругленные углы 12">
                <a:extLst>
                  <a:ext uri="{FF2B5EF4-FFF2-40B4-BE49-F238E27FC236}">
                    <a16:creationId xmlns:a16="http://schemas.microsoft.com/office/drawing/2014/main" id="{2202D0DB-CC17-104A-06B6-14E4FBAC665E}"/>
                  </a:ext>
                </a:extLst>
              </p:cNvPr>
              <p:cNvSpPr/>
              <p:nvPr/>
            </p:nvSpPr>
            <p:spPr>
              <a:xfrm>
                <a:off x="3234723" y="381239"/>
                <a:ext cx="2241024" cy="1166261"/>
              </a:xfrm>
              <a:prstGeom prst="round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/>
              <a:lstStyle/>
              <a:p>
                <a:endParaRPr lang="ru-RU"/>
              </a:p>
            </p:txBody>
          </p:sp>
          <p:sp>
            <p:nvSpPr>
              <p:cNvPr id="14" name="Прямоугольник: скругленные углы 4">
                <a:extLst>
                  <a:ext uri="{FF2B5EF4-FFF2-40B4-BE49-F238E27FC236}">
                    <a16:creationId xmlns:a16="http://schemas.microsoft.com/office/drawing/2014/main" id="{124E0923-83C8-58AD-DF02-74A9311E9AD4}"/>
                  </a:ext>
                </a:extLst>
              </p:cNvPr>
              <p:cNvSpPr txBox="1"/>
              <p:nvPr/>
            </p:nvSpPr>
            <p:spPr>
              <a:xfrm>
                <a:off x="3284833" y="438171"/>
                <a:ext cx="2127160" cy="1052397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spcFirstLastPara="0" vert="horz" wrap="square" lIns="91440" tIns="91440" rIns="91440" bIns="91440" numCol="1" spcCol="1270" anchor="ctr" anchorCtr="0">
                <a:noAutofit/>
              </a:bodyPr>
              <a:lstStyle/>
              <a:p>
                <a:pPr marL="0" lvl="0" indent="0" algn="ctr" defTabSz="16002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ru-RU" sz="2000" kern="1200" dirty="0"/>
                  <a:t>Предобработка текста</a:t>
                </a:r>
              </a:p>
            </p:txBody>
          </p:sp>
        </p:grpSp>
        <p:grpSp>
          <p:nvGrpSpPr>
            <p:cNvPr id="33" name="Группа 32">
              <a:extLst>
                <a:ext uri="{FF2B5EF4-FFF2-40B4-BE49-F238E27FC236}">
                  <a16:creationId xmlns:a16="http://schemas.microsoft.com/office/drawing/2014/main" id="{8D573CC9-4D2B-117F-14E7-12D2C7357AA5}"/>
                </a:ext>
              </a:extLst>
            </p:cNvPr>
            <p:cNvGrpSpPr/>
            <p:nvPr/>
          </p:nvGrpSpPr>
          <p:grpSpPr>
            <a:xfrm>
              <a:off x="3328860" y="2147897"/>
              <a:ext cx="2555926" cy="1656357"/>
              <a:chOff x="3234723" y="381239"/>
              <a:chExt cx="2241024" cy="1166261"/>
            </a:xfrm>
          </p:grpSpPr>
          <p:sp>
            <p:nvSpPr>
              <p:cNvPr id="34" name="Прямоугольник: скругленные углы 33">
                <a:extLst>
                  <a:ext uri="{FF2B5EF4-FFF2-40B4-BE49-F238E27FC236}">
                    <a16:creationId xmlns:a16="http://schemas.microsoft.com/office/drawing/2014/main" id="{0FBD09E5-4FAA-4A6F-D032-8897DD25DC2D}"/>
                  </a:ext>
                </a:extLst>
              </p:cNvPr>
              <p:cNvSpPr/>
              <p:nvPr/>
            </p:nvSpPr>
            <p:spPr>
              <a:xfrm>
                <a:off x="3234723" y="381239"/>
                <a:ext cx="2241024" cy="1166261"/>
              </a:xfrm>
              <a:prstGeom prst="round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/>
              <a:lstStyle/>
              <a:p>
                <a:endParaRPr lang="ru-RU"/>
              </a:p>
            </p:txBody>
          </p:sp>
          <p:sp>
            <p:nvSpPr>
              <p:cNvPr id="35" name="Прямоугольник: скругленные углы 4">
                <a:extLst>
                  <a:ext uri="{FF2B5EF4-FFF2-40B4-BE49-F238E27FC236}">
                    <a16:creationId xmlns:a16="http://schemas.microsoft.com/office/drawing/2014/main" id="{91F75D2A-058F-FCCE-48B7-4703337D899E}"/>
                  </a:ext>
                </a:extLst>
              </p:cNvPr>
              <p:cNvSpPr txBox="1"/>
              <p:nvPr/>
            </p:nvSpPr>
            <p:spPr>
              <a:xfrm>
                <a:off x="3284833" y="438171"/>
                <a:ext cx="2127160" cy="1052397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spcFirstLastPara="0" vert="horz" wrap="square" lIns="91440" tIns="91440" rIns="91440" bIns="91440" numCol="1" spcCol="1270" anchor="ctr" anchorCtr="0">
                <a:noAutofit/>
              </a:bodyPr>
              <a:lstStyle/>
              <a:p>
                <a:pPr marL="0" lvl="0" indent="0" algn="ctr" defTabSz="16002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sz="2000" dirty="0"/>
                  <a:t>Stanza</a:t>
                </a:r>
                <a:endParaRPr lang="ru-RU" sz="2000" kern="1200" dirty="0"/>
              </a:p>
            </p:txBody>
          </p:sp>
        </p:grpSp>
        <p:grpSp>
          <p:nvGrpSpPr>
            <p:cNvPr id="45" name="Группа 44">
              <a:extLst>
                <a:ext uri="{FF2B5EF4-FFF2-40B4-BE49-F238E27FC236}">
                  <a16:creationId xmlns:a16="http://schemas.microsoft.com/office/drawing/2014/main" id="{699728F8-1C2D-154D-EE69-852A314FCB85}"/>
                </a:ext>
              </a:extLst>
            </p:cNvPr>
            <p:cNvGrpSpPr/>
            <p:nvPr/>
          </p:nvGrpSpPr>
          <p:grpSpPr>
            <a:xfrm>
              <a:off x="6149028" y="1483747"/>
              <a:ext cx="2426062" cy="2939663"/>
              <a:chOff x="6149028" y="1483747"/>
              <a:chExt cx="2426062" cy="2939663"/>
            </a:xfrm>
          </p:grpSpPr>
          <p:sp>
            <p:nvSpPr>
              <p:cNvPr id="27" name="Прямоугольник: загнутый угол 26">
                <a:extLst>
                  <a:ext uri="{FF2B5EF4-FFF2-40B4-BE49-F238E27FC236}">
                    <a16:creationId xmlns:a16="http://schemas.microsoft.com/office/drawing/2014/main" id="{89BDD4D1-AE9A-B7C8-32F9-8412190C504D}"/>
                  </a:ext>
                </a:extLst>
              </p:cNvPr>
              <p:cNvSpPr/>
              <p:nvPr/>
            </p:nvSpPr>
            <p:spPr>
              <a:xfrm>
                <a:off x="6300207" y="1483747"/>
                <a:ext cx="2238004" cy="2939663"/>
              </a:xfrm>
              <a:prstGeom prst="foldedCorner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285750" indent="-285750" algn="ctr">
                  <a:buFontTx/>
                  <a:buChar char="-"/>
                </a:pPr>
                <a:endParaRPr lang="ru-RU" dirty="0"/>
              </a:p>
            </p:txBody>
          </p:sp>
          <p:sp>
            <p:nvSpPr>
              <p:cNvPr id="39" name="Прямоугольник: скругленные углы 4">
                <a:extLst>
                  <a:ext uri="{FF2B5EF4-FFF2-40B4-BE49-F238E27FC236}">
                    <a16:creationId xmlns:a16="http://schemas.microsoft.com/office/drawing/2014/main" id="{B113374D-C792-042F-B86E-4A0D8E72C4C1}"/>
                  </a:ext>
                </a:extLst>
              </p:cNvPr>
              <p:cNvSpPr txBox="1"/>
              <p:nvPr/>
            </p:nvSpPr>
            <p:spPr>
              <a:xfrm>
                <a:off x="6149028" y="2114763"/>
                <a:ext cx="2426062" cy="149464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spcFirstLastPara="0" vert="horz" wrap="square" lIns="91440" tIns="91440" rIns="91440" bIns="91440" numCol="1" spcCol="1270" anchor="ctr" anchorCtr="0">
                <a:noAutofit/>
              </a:bodyPr>
              <a:lstStyle/>
              <a:p>
                <a:pPr marL="342900" lvl="0" indent="-342900" algn="ctr" defTabSz="16002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FontTx/>
                  <a:buChar char="-"/>
                </a:pPr>
                <a:r>
                  <a:rPr lang="ru-RU" sz="2000" dirty="0"/>
                  <a:t>текст с пропусками</a:t>
                </a:r>
              </a:p>
              <a:p>
                <a:pPr marL="342900" lvl="0" indent="-342900" algn="ctr" defTabSz="16002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FontTx/>
                  <a:buChar char="-"/>
                </a:pPr>
                <a:endParaRPr lang="ru-RU" sz="2000" kern="1200" dirty="0"/>
              </a:p>
              <a:p>
                <a:pPr marL="342900" lvl="0" indent="-342900" algn="ctr" defTabSz="16002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FontTx/>
                  <a:buChar char="-"/>
                </a:pPr>
                <a:r>
                  <a:rPr lang="ru-RU" sz="2000" dirty="0"/>
                  <a:t>с</a:t>
                </a:r>
                <a:r>
                  <a:rPr lang="ru-RU" sz="2000" kern="1200" dirty="0"/>
                  <a:t>писок лемм глаголов</a:t>
                </a:r>
              </a:p>
            </p:txBody>
          </p:sp>
        </p:grpSp>
      </p:grpSp>
      <p:pic>
        <p:nvPicPr>
          <p:cNvPr id="41" name="Рисунок 40" descr="Флажок со сплошной заливкой">
            <a:extLst>
              <a:ext uri="{FF2B5EF4-FFF2-40B4-BE49-F238E27FC236}">
                <a16:creationId xmlns:a16="http://schemas.microsoft.com/office/drawing/2014/main" id="{E559BCAE-0DD0-E282-6DF2-773966916C2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213250" y="4891889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5414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341FA2-834E-188A-34B2-3CA1E91FA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/>
              <a:t>Удаление глаголов: особые случаи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BBA52C57-9C85-1271-41E3-6EBCD1601FCB}"/>
              </a:ext>
            </a:extLst>
          </p:cNvPr>
          <p:cNvSpPr/>
          <p:nvPr/>
        </p:nvSpPr>
        <p:spPr>
          <a:xfrm>
            <a:off x="5210175" y="1316672"/>
            <a:ext cx="3680460" cy="6353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sz="2500" dirty="0"/>
          </a:p>
        </p:txBody>
      </p:sp>
      <p:grpSp>
        <p:nvGrpSpPr>
          <p:cNvPr id="13" name="Группа 12">
            <a:extLst>
              <a:ext uri="{FF2B5EF4-FFF2-40B4-BE49-F238E27FC236}">
                <a16:creationId xmlns:a16="http://schemas.microsoft.com/office/drawing/2014/main" id="{F0D06D6B-D399-1018-C305-76B0AD0A5A31}"/>
              </a:ext>
            </a:extLst>
          </p:cNvPr>
          <p:cNvGrpSpPr/>
          <p:nvPr/>
        </p:nvGrpSpPr>
        <p:grpSpPr>
          <a:xfrm>
            <a:off x="831763" y="1634331"/>
            <a:ext cx="3831677" cy="2217579"/>
            <a:chOff x="1009188" y="1930400"/>
            <a:chExt cx="3717561" cy="2101411"/>
          </a:xfrm>
        </p:grpSpPr>
        <p:pic>
          <p:nvPicPr>
            <p:cNvPr id="5" name="Рисунок 4">
              <a:extLst>
                <a:ext uri="{FF2B5EF4-FFF2-40B4-BE49-F238E27FC236}">
                  <a16:creationId xmlns:a16="http://schemas.microsoft.com/office/drawing/2014/main" id="{B050B232-FB42-D1C7-D906-908D1833D5A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2621" b="49306"/>
            <a:stretch>
              <a:fillRect/>
            </a:stretch>
          </p:blipFill>
          <p:spPr>
            <a:xfrm>
              <a:off x="1009188" y="1930400"/>
              <a:ext cx="3717561" cy="2101411"/>
            </a:xfrm>
            <a:prstGeom prst="rect">
              <a:avLst/>
            </a:prstGeom>
          </p:spPr>
        </p:pic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557CEA95-0167-B810-5A5C-6EF92ABF3F57}"/>
                </a:ext>
              </a:extLst>
            </p:cNvPr>
            <p:cNvSpPr/>
            <p:nvPr/>
          </p:nvSpPr>
          <p:spPr>
            <a:xfrm flipV="1">
              <a:off x="1558572" y="3306942"/>
              <a:ext cx="2339058" cy="277135"/>
            </a:xfrm>
            <a:prstGeom prst="rect">
              <a:avLst/>
            </a:prstGeom>
            <a:solidFill>
              <a:schemeClr val="accent2">
                <a:lumMod val="40000"/>
                <a:lumOff val="60000"/>
                <a:alpha val="42000"/>
              </a:schemeClr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4" name="Группа 13">
            <a:extLst>
              <a:ext uri="{FF2B5EF4-FFF2-40B4-BE49-F238E27FC236}">
                <a16:creationId xmlns:a16="http://schemas.microsoft.com/office/drawing/2014/main" id="{DF60BF10-8187-F008-9978-CD3D19A722D9}"/>
              </a:ext>
            </a:extLst>
          </p:cNvPr>
          <p:cNvGrpSpPr/>
          <p:nvPr/>
        </p:nvGrpSpPr>
        <p:grpSpPr>
          <a:xfrm>
            <a:off x="5042001" y="1634331"/>
            <a:ext cx="4063827" cy="2217579"/>
            <a:chOff x="4975668" y="1930401"/>
            <a:chExt cx="4063827" cy="2093686"/>
          </a:xfrm>
        </p:grpSpPr>
        <p:pic>
          <p:nvPicPr>
            <p:cNvPr id="10" name="Рисунок 9">
              <a:extLst>
                <a:ext uri="{FF2B5EF4-FFF2-40B4-BE49-F238E27FC236}">
                  <a16:creationId xmlns:a16="http://schemas.microsoft.com/office/drawing/2014/main" id="{F15BD54B-6685-0EBA-1776-B458BA080F7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24780" b="49306"/>
            <a:stretch>
              <a:fillRect/>
            </a:stretch>
          </p:blipFill>
          <p:spPr>
            <a:xfrm>
              <a:off x="4975668" y="1930401"/>
              <a:ext cx="4063827" cy="2093686"/>
            </a:xfrm>
            <a:prstGeom prst="rect">
              <a:avLst/>
            </a:prstGeom>
          </p:spPr>
        </p:pic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id="{6E4916CA-FCF2-AF98-04D0-B075C8230EB4}"/>
                </a:ext>
              </a:extLst>
            </p:cNvPr>
            <p:cNvSpPr/>
            <p:nvPr/>
          </p:nvSpPr>
          <p:spPr>
            <a:xfrm flipV="1">
              <a:off x="5460012" y="3290432"/>
              <a:ext cx="2339058" cy="277135"/>
            </a:xfrm>
            <a:prstGeom prst="rect">
              <a:avLst/>
            </a:prstGeom>
            <a:solidFill>
              <a:schemeClr val="accent2">
                <a:lumMod val="40000"/>
                <a:lumOff val="60000"/>
                <a:alpha val="42000"/>
              </a:schemeClr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15" name="Прямоугольник: скругленные углы 4">
            <a:extLst>
              <a:ext uri="{FF2B5EF4-FFF2-40B4-BE49-F238E27FC236}">
                <a16:creationId xmlns:a16="http://schemas.microsoft.com/office/drawing/2014/main" id="{B15F5A13-F453-7E4F-54F8-542239E7ADC6}"/>
              </a:ext>
            </a:extLst>
          </p:cNvPr>
          <p:cNvSpPr txBox="1"/>
          <p:nvPr/>
        </p:nvSpPr>
        <p:spPr>
          <a:xfrm>
            <a:off x="342901" y="4535995"/>
            <a:ext cx="4216616" cy="125314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0" vert="horz" wrap="square" lIns="91440" tIns="91440" rIns="91440" bIns="91440" numCol="1" spcCol="1270" anchor="ctr" anchorCtr="0">
            <a:noAutofit/>
          </a:bodyPr>
          <a:lstStyle/>
          <a:p>
            <a:pPr marL="0" lvl="0" indent="0" algn="ctr" defTabSz="1600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000" kern="1200" dirty="0"/>
              <a:t>Stanza</a:t>
            </a:r>
            <a:r>
              <a:rPr lang="ru-RU" sz="2000" kern="1200" dirty="0"/>
              <a:t> некорректно лемматизирует слова, написанные полностью с заглавных букв</a:t>
            </a:r>
          </a:p>
        </p:txBody>
      </p:sp>
      <p:sp>
        <p:nvSpPr>
          <p:cNvPr id="16" name="Прямоугольник: скругленные углы 4">
            <a:extLst>
              <a:ext uri="{FF2B5EF4-FFF2-40B4-BE49-F238E27FC236}">
                <a16:creationId xmlns:a16="http://schemas.microsoft.com/office/drawing/2014/main" id="{A2353346-9F4E-4374-B701-AB014A3D09F9}"/>
              </a:ext>
            </a:extLst>
          </p:cNvPr>
          <p:cNvSpPr txBox="1"/>
          <p:nvPr/>
        </p:nvSpPr>
        <p:spPr>
          <a:xfrm>
            <a:off x="5720881" y="4586087"/>
            <a:ext cx="2659048" cy="10145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0" vert="horz" wrap="square" lIns="91440" tIns="91440" rIns="91440" bIns="91440" numCol="1" spcCol="1270" anchor="ctr" anchorCtr="0">
            <a:noAutofit/>
          </a:bodyPr>
          <a:lstStyle/>
          <a:p>
            <a:pPr marL="0" lvl="0" indent="0" algn="ctr" defTabSz="1600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ru-RU" sz="2000" kern="1200" dirty="0"/>
              <a:t>Оставляем заглавной только первую букву</a:t>
            </a:r>
          </a:p>
        </p:txBody>
      </p:sp>
      <p:pic>
        <p:nvPicPr>
          <p:cNvPr id="18" name="Рисунок 17" descr="Назад со сплошной заливкой">
            <a:extLst>
              <a:ext uri="{FF2B5EF4-FFF2-40B4-BE49-F238E27FC236}">
                <a16:creationId xmlns:a16="http://schemas.microsoft.com/office/drawing/2014/main" id="{C93E64E0-1AC2-84D7-0871-D53B431D55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18468" y="4586087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7274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67679849-1CBB-6EEB-555E-89F1DD4B5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863" y="609600"/>
            <a:ext cx="8596312" cy="1320800"/>
          </a:xfrm>
        </p:spPr>
        <p:txBody>
          <a:bodyPr>
            <a:normAutofit/>
          </a:bodyPr>
          <a:lstStyle/>
          <a:p>
            <a:r>
              <a:rPr lang="ru-RU" sz="3200" dirty="0"/>
              <a:t>Удаление глаголов: особые случаи</a:t>
            </a:r>
          </a:p>
        </p:txBody>
      </p:sp>
      <p:grpSp>
        <p:nvGrpSpPr>
          <p:cNvPr id="25" name="Группа 24">
            <a:extLst>
              <a:ext uri="{FF2B5EF4-FFF2-40B4-BE49-F238E27FC236}">
                <a16:creationId xmlns:a16="http://schemas.microsoft.com/office/drawing/2014/main" id="{026C3CBB-5C51-D161-6875-10C428C3D3E9}"/>
              </a:ext>
            </a:extLst>
          </p:cNvPr>
          <p:cNvGrpSpPr/>
          <p:nvPr/>
        </p:nvGrpSpPr>
        <p:grpSpPr>
          <a:xfrm>
            <a:off x="677863" y="1854827"/>
            <a:ext cx="5270011" cy="1728474"/>
            <a:chOff x="677863" y="1930400"/>
            <a:chExt cx="5300975" cy="1738630"/>
          </a:xfrm>
        </p:grpSpPr>
        <p:pic>
          <p:nvPicPr>
            <p:cNvPr id="12" name="Рисунок 11">
              <a:extLst>
                <a:ext uri="{FF2B5EF4-FFF2-40B4-BE49-F238E27FC236}">
                  <a16:creationId xmlns:a16="http://schemas.microsoft.com/office/drawing/2014/main" id="{15F44F8D-F6D0-B585-37E8-F67AA6AD372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1122" b="61045"/>
            <a:stretch>
              <a:fillRect/>
            </a:stretch>
          </p:blipFill>
          <p:spPr>
            <a:xfrm>
              <a:off x="677863" y="1930400"/>
              <a:ext cx="5300975" cy="1677015"/>
            </a:xfrm>
            <a:prstGeom prst="rect">
              <a:avLst/>
            </a:prstGeom>
          </p:spPr>
        </p:pic>
        <p:sp>
          <p:nvSpPr>
            <p:cNvPr id="17" name="Прямоугольник 16">
              <a:extLst>
                <a:ext uri="{FF2B5EF4-FFF2-40B4-BE49-F238E27FC236}">
                  <a16:creationId xmlns:a16="http://schemas.microsoft.com/office/drawing/2014/main" id="{22A07CB9-6C91-EBBC-4958-BA572BB48F73}"/>
                </a:ext>
              </a:extLst>
            </p:cNvPr>
            <p:cNvSpPr/>
            <p:nvPr/>
          </p:nvSpPr>
          <p:spPr>
            <a:xfrm flipV="1">
              <a:off x="3589020" y="2011680"/>
              <a:ext cx="1040130" cy="274320"/>
            </a:xfrm>
            <a:prstGeom prst="rect">
              <a:avLst/>
            </a:prstGeom>
            <a:solidFill>
              <a:schemeClr val="accent2">
                <a:lumMod val="40000"/>
                <a:lumOff val="60000"/>
                <a:alpha val="42000"/>
              </a:schemeClr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" name="Прямоугольник 17">
              <a:extLst>
                <a:ext uri="{FF2B5EF4-FFF2-40B4-BE49-F238E27FC236}">
                  <a16:creationId xmlns:a16="http://schemas.microsoft.com/office/drawing/2014/main" id="{A7DDE6D0-E8CE-463B-B07F-207F3C167F2E}"/>
                </a:ext>
              </a:extLst>
            </p:cNvPr>
            <p:cNvSpPr/>
            <p:nvPr/>
          </p:nvSpPr>
          <p:spPr>
            <a:xfrm flipV="1">
              <a:off x="2548890" y="3394710"/>
              <a:ext cx="1040130" cy="274320"/>
            </a:xfrm>
            <a:prstGeom prst="rect">
              <a:avLst/>
            </a:prstGeom>
            <a:solidFill>
              <a:schemeClr val="accent2">
                <a:lumMod val="40000"/>
                <a:lumOff val="60000"/>
                <a:alpha val="42000"/>
              </a:schemeClr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26" name="Группа 25">
            <a:extLst>
              <a:ext uri="{FF2B5EF4-FFF2-40B4-BE49-F238E27FC236}">
                <a16:creationId xmlns:a16="http://schemas.microsoft.com/office/drawing/2014/main" id="{DFE220A4-9032-5871-5C99-8796C0A421E3}"/>
              </a:ext>
            </a:extLst>
          </p:cNvPr>
          <p:cNvGrpSpPr/>
          <p:nvPr/>
        </p:nvGrpSpPr>
        <p:grpSpPr>
          <a:xfrm>
            <a:off x="677866" y="4163435"/>
            <a:ext cx="5369006" cy="1677016"/>
            <a:chOff x="677865" y="4163434"/>
            <a:chExt cx="5566261" cy="1738629"/>
          </a:xfrm>
        </p:grpSpPr>
        <p:pic>
          <p:nvPicPr>
            <p:cNvPr id="10" name="Рисунок 9">
              <a:extLst>
                <a:ext uri="{FF2B5EF4-FFF2-40B4-BE49-F238E27FC236}">
                  <a16:creationId xmlns:a16="http://schemas.microsoft.com/office/drawing/2014/main" id="{96BB0932-A874-B828-30AB-F21098FE056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2348" b="62097"/>
            <a:stretch>
              <a:fillRect/>
            </a:stretch>
          </p:blipFill>
          <p:spPr>
            <a:xfrm>
              <a:off x="677865" y="4163434"/>
              <a:ext cx="5566261" cy="1677014"/>
            </a:xfrm>
            <a:prstGeom prst="rect">
              <a:avLst/>
            </a:prstGeom>
          </p:spPr>
        </p:pic>
        <p:sp>
          <p:nvSpPr>
            <p:cNvPr id="19" name="Прямоугольник 18">
              <a:extLst>
                <a:ext uri="{FF2B5EF4-FFF2-40B4-BE49-F238E27FC236}">
                  <a16:creationId xmlns:a16="http://schemas.microsoft.com/office/drawing/2014/main" id="{60C519A6-5BAC-0D97-4BBE-7D061BE6A5C2}"/>
                </a:ext>
              </a:extLst>
            </p:cNvPr>
            <p:cNvSpPr/>
            <p:nvPr/>
          </p:nvSpPr>
          <p:spPr>
            <a:xfrm flipV="1">
              <a:off x="2420865" y="4457700"/>
              <a:ext cx="928125" cy="258425"/>
            </a:xfrm>
            <a:prstGeom prst="rect">
              <a:avLst/>
            </a:prstGeom>
            <a:solidFill>
              <a:schemeClr val="accent2">
                <a:lumMod val="40000"/>
                <a:lumOff val="60000"/>
                <a:alpha val="42000"/>
              </a:schemeClr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" name="Прямоугольник 19">
              <a:extLst>
                <a:ext uri="{FF2B5EF4-FFF2-40B4-BE49-F238E27FC236}">
                  <a16:creationId xmlns:a16="http://schemas.microsoft.com/office/drawing/2014/main" id="{959D67B5-F239-2BB5-BD69-2FCB6A072673}"/>
                </a:ext>
              </a:extLst>
            </p:cNvPr>
            <p:cNvSpPr/>
            <p:nvPr/>
          </p:nvSpPr>
          <p:spPr>
            <a:xfrm flipV="1">
              <a:off x="2276085" y="5643638"/>
              <a:ext cx="928125" cy="258425"/>
            </a:xfrm>
            <a:prstGeom prst="rect">
              <a:avLst/>
            </a:prstGeom>
            <a:solidFill>
              <a:schemeClr val="accent2">
                <a:lumMod val="40000"/>
                <a:lumOff val="60000"/>
                <a:alpha val="42000"/>
              </a:schemeClr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pic>
        <p:nvPicPr>
          <p:cNvPr id="21" name="Рисунок 20" descr="Назад со сплошной заливкой">
            <a:extLst>
              <a:ext uri="{FF2B5EF4-FFF2-40B4-BE49-F238E27FC236}">
                <a16:creationId xmlns:a16="http://schemas.microsoft.com/office/drawing/2014/main" id="{16965FBC-E581-022A-EA81-42D0194EA4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61576" y="2036814"/>
            <a:ext cx="914400" cy="914400"/>
          </a:xfrm>
          <a:prstGeom prst="rect">
            <a:avLst/>
          </a:prstGeom>
        </p:spPr>
      </p:pic>
      <p:sp>
        <p:nvSpPr>
          <p:cNvPr id="22" name="Прямоугольник: скругленные углы 4">
            <a:extLst>
              <a:ext uri="{FF2B5EF4-FFF2-40B4-BE49-F238E27FC236}">
                <a16:creationId xmlns:a16="http://schemas.microsoft.com/office/drawing/2014/main" id="{8A34618B-29BC-0F90-1E63-DBB6C6DB0C1C}"/>
              </a:ext>
            </a:extLst>
          </p:cNvPr>
          <p:cNvSpPr txBox="1"/>
          <p:nvPr/>
        </p:nvSpPr>
        <p:spPr>
          <a:xfrm>
            <a:off x="7171056" y="2106850"/>
            <a:ext cx="1828799" cy="7332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0" vert="horz" wrap="square" lIns="91440" tIns="91440" rIns="91440" bIns="91440" numCol="1" spcCol="1270" anchor="ctr" anchorCtr="0">
            <a:noAutofit/>
          </a:bodyPr>
          <a:lstStyle/>
          <a:p>
            <a:pPr marL="0" lvl="0" indent="0" algn="ctr" defTabSz="1600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ru-RU" sz="2000" dirty="0"/>
              <a:t>б</a:t>
            </a:r>
            <a:r>
              <a:rPr lang="ru-RU" sz="2000" kern="1200" dirty="0"/>
              <a:t>ерем лемму</a:t>
            </a:r>
          </a:p>
        </p:txBody>
      </p:sp>
      <p:pic>
        <p:nvPicPr>
          <p:cNvPr id="23" name="Рисунок 22" descr="Назад со сплошной заливкой">
            <a:extLst>
              <a:ext uri="{FF2B5EF4-FFF2-40B4-BE49-F238E27FC236}">
                <a16:creationId xmlns:a16="http://schemas.microsoft.com/office/drawing/2014/main" id="{81250A99-7652-D2AE-1E04-DEF8EDC1E01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45130" y="4363986"/>
            <a:ext cx="914400" cy="914400"/>
          </a:xfrm>
          <a:prstGeom prst="rect">
            <a:avLst/>
          </a:prstGeom>
        </p:spPr>
      </p:pic>
      <p:sp>
        <p:nvSpPr>
          <p:cNvPr id="24" name="Прямоугольник: скругленные углы 4">
            <a:extLst>
              <a:ext uri="{FF2B5EF4-FFF2-40B4-BE49-F238E27FC236}">
                <a16:creationId xmlns:a16="http://schemas.microsoft.com/office/drawing/2014/main" id="{36BF34DC-FC4E-37F2-5A69-874122C314EE}"/>
              </a:ext>
            </a:extLst>
          </p:cNvPr>
          <p:cNvSpPr txBox="1"/>
          <p:nvPr/>
        </p:nvSpPr>
        <p:spPr>
          <a:xfrm>
            <a:off x="7171056" y="4363986"/>
            <a:ext cx="2119286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0" vert="horz" wrap="square" lIns="91440" tIns="91440" rIns="91440" bIns="91440" numCol="1" spcCol="1270" anchor="ctr" anchorCtr="0">
            <a:noAutofit/>
          </a:bodyPr>
          <a:lstStyle/>
          <a:p>
            <a:pPr marL="0" lvl="0" indent="0" algn="ctr" defTabSz="1600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ru-RU" sz="2000" dirty="0"/>
              <a:t>1. б</a:t>
            </a:r>
            <a:r>
              <a:rPr lang="ru-RU" sz="2000" kern="1200" dirty="0"/>
              <a:t>ерем лемму</a:t>
            </a:r>
          </a:p>
          <a:p>
            <a:pPr marL="0" lvl="0" indent="0" algn="ctr" defTabSz="1600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ru-RU" sz="2000" dirty="0"/>
              <a:t>2. удаляем _</a:t>
            </a:r>
            <a:endParaRPr lang="ru-RU" sz="2000" kern="1200" dirty="0"/>
          </a:p>
        </p:txBody>
      </p:sp>
    </p:spTree>
    <p:extLst>
      <p:ext uri="{BB962C8B-B14F-4D97-AF65-F5344CB8AC3E}">
        <p14:creationId xmlns:p14="http://schemas.microsoft.com/office/powerpoint/2010/main" val="26839209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30A6A2-96FE-A695-5953-FB59BD7AA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/>
              <a:t>Удаление глаголов: особые случаи</a:t>
            </a:r>
          </a:p>
        </p:txBody>
      </p:sp>
      <p:pic>
        <p:nvPicPr>
          <p:cNvPr id="4" name="Рисунок 3" descr="Назад со сплошной заливкой">
            <a:extLst>
              <a:ext uri="{FF2B5EF4-FFF2-40B4-BE49-F238E27FC236}">
                <a16:creationId xmlns:a16="http://schemas.microsoft.com/office/drawing/2014/main" id="{A2AA7503-37D8-9CE7-D298-66799A8560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75120" y="3016978"/>
            <a:ext cx="914400" cy="914400"/>
          </a:xfrm>
          <a:prstGeom prst="rect">
            <a:avLst/>
          </a:prstGeom>
        </p:spPr>
      </p:pic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40DD0DA3-4523-7EFE-7FC2-5D5CBE0EA8D8}"/>
              </a:ext>
            </a:extLst>
          </p:cNvPr>
          <p:cNvSpPr txBox="1"/>
          <p:nvPr/>
        </p:nvSpPr>
        <p:spPr>
          <a:xfrm>
            <a:off x="6096000" y="2080532"/>
            <a:ext cx="3542836" cy="26949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0" vert="horz" wrap="square" lIns="91440" tIns="91440" rIns="91440" bIns="91440" numCol="1" spcCol="1270" anchor="ctr" anchorCtr="0">
            <a:noAutofit/>
          </a:bodyPr>
          <a:lstStyle/>
          <a:p>
            <a:pPr marL="457200" lvl="0" indent="-457200" algn="ctr" defTabSz="1600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AutoNum type="arabicPeriod"/>
            </a:pPr>
            <a:r>
              <a:rPr lang="ru-RU" sz="2000" dirty="0"/>
              <a:t>б</a:t>
            </a:r>
            <a:r>
              <a:rPr lang="ru-RU" sz="2000" kern="1200" dirty="0"/>
              <a:t>ерем лемму</a:t>
            </a:r>
          </a:p>
          <a:p>
            <a:pPr lvl="0" algn="ctr" defTabSz="1600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ru-RU" sz="2000" kern="1200" dirty="0"/>
              <a:t>2. берем приставку</a:t>
            </a:r>
          </a:p>
          <a:p>
            <a:pPr lvl="0" algn="ctr" defTabSz="1600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ru-RU" sz="2000" dirty="0"/>
              <a:t>3. вводим </a:t>
            </a:r>
            <a:r>
              <a:rPr lang="en-US" sz="2000" dirty="0"/>
              <a:t>count</a:t>
            </a:r>
            <a:r>
              <a:rPr lang="ru-RU" sz="2000" dirty="0"/>
              <a:t> предложений</a:t>
            </a:r>
          </a:p>
          <a:p>
            <a:pPr lvl="0" algn="ctr" defTabSz="1600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ru-RU" sz="2000" kern="1200" dirty="0"/>
              <a:t>4. соединяем лемму и приставку по </a:t>
            </a:r>
            <a:r>
              <a:rPr lang="en-US" sz="2000" kern="1200" dirty="0"/>
              <a:t>hea</a:t>
            </a:r>
            <a:r>
              <a:rPr lang="en-US" sz="2000" dirty="0"/>
              <a:t>d</a:t>
            </a:r>
            <a:r>
              <a:rPr lang="ru-RU" sz="2000" dirty="0"/>
              <a:t>/</a:t>
            </a:r>
            <a:r>
              <a:rPr lang="en-US" sz="2000" dirty="0"/>
              <a:t>id </a:t>
            </a:r>
            <a:r>
              <a:rPr lang="ru-RU" sz="2000" dirty="0"/>
              <a:t>и </a:t>
            </a:r>
            <a:r>
              <a:rPr lang="en-US" sz="2000" dirty="0"/>
              <a:t>count</a:t>
            </a:r>
            <a:endParaRPr lang="ru-RU" sz="2000" kern="1200" dirty="0"/>
          </a:p>
        </p:txBody>
      </p:sp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51351D0A-67D3-E709-2BCE-2C78BD1240E6}"/>
              </a:ext>
            </a:extLst>
          </p:cNvPr>
          <p:cNvGrpSpPr/>
          <p:nvPr/>
        </p:nvGrpSpPr>
        <p:grpSpPr>
          <a:xfrm>
            <a:off x="677335" y="1784960"/>
            <a:ext cx="4633342" cy="3585870"/>
            <a:chOff x="677335" y="1784960"/>
            <a:chExt cx="4633342" cy="3585870"/>
          </a:xfrm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0F8CFC7-4983-31B0-9130-4F8659A5B9D0}"/>
                </a:ext>
              </a:extLst>
            </p:cNvPr>
            <p:cNvGrpSpPr/>
            <p:nvPr/>
          </p:nvGrpSpPr>
          <p:grpSpPr>
            <a:xfrm>
              <a:off x="677335" y="1784960"/>
              <a:ext cx="4633342" cy="3585870"/>
              <a:chOff x="677335" y="1784960"/>
              <a:chExt cx="4633342" cy="3585870"/>
            </a:xfrm>
          </p:grpSpPr>
          <p:grpSp>
            <p:nvGrpSpPr>
              <p:cNvPr id="8" name="Группа 7">
                <a:extLst>
                  <a:ext uri="{FF2B5EF4-FFF2-40B4-BE49-F238E27FC236}">
                    <a16:creationId xmlns:a16="http://schemas.microsoft.com/office/drawing/2014/main" id="{81B84C50-D8A6-1D71-6B44-B56813352275}"/>
                  </a:ext>
                </a:extLst>
              </p:cNvPr>
              <p:cNvGrpSpPr/>
              <p:nvPr/>
            </p:nvGrpSpPr>
            <p:grpSpPr>
              <a:xfrm>
                <a:off x="677335" y="1784960"/>
                <a:ext cx="4633342" cy="3585870"/>
                <a:chOff x="677335" y="1784960"/>
                <a:chExt cx="4633342" cy="3585870"/>
              </a:xfrm>
            </p:grpSpPr>
            <p:pic>
              <p:nvPicPr>
                <p:cNvPr id="14" name="Рисунок 13">
                  <a:extLst>
                    <a:ext uri="{FF2B5EF4-FFF2-40B4-BE49-F238E27FC236}">
                      <a16:creationId xmlns:a16="http://schemas.microsoft.com/office/drawing/2014/main" id="{BB8515B3-B084-EB32-8058-76AE2C1A708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77335" y="1784960"/>
                  <a:ext cx="4633342" cy="3585870"/>
                </a:xfrm>
                <a:prstGeom prst="rect">
                  <a:avLst/>
                </a:prstGeom>
              </p:spPr>
            </p:pic>
            <p:sp>
              <p:nvSpPr>
                <p:cNvPr id="6" name="Прямоугольник 5">
                  <a:extLst>
                    <a:ext uri="{FF2B5EF4-FFF2-40B4-BE49-F238E27FC236}">
                      <a16:creationId xmlns:a16="http://schemas.microsoft.com/office/drawing/2014/main" id="{F9A3736B-7E35-7D53-3BAB-84BFABB1E73E}"/>
                    </a:ext>
                  </a:extLst>
                </p:cNvPr>
                <p:cNvSpPr/>
                <p:nvPr/>
              </p:nvSpPr>
              <p:spPr>
                <a:xfrm flipV="1">
                  <a:off x="2917998" y="1784960"/>
                  <a:ext cx="328122" cy="249580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  <a:alpha val="42000"/>
                  </a:schemeClr>
                </a:solidFill>
                <a:ln>
                  <a:noFill/>
                </a:ln>
              </p:spPr>
              <p:style>
                <a:lnRef idx="3">
                  <a:schemeClr val="lt1"/>
                </a:lnRef>
                <a:fillRef idx="1">
                  <a:schemeClr val="accent2"/>
                </a:fillRef>
                <a:effectRef idx="1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7" name="Прямоугольник 6">
                  <a:extLst>
                    <a:ext uri="{FF2B5EF4-FFF2-40B4-BE49-F238E27FC236}">
                      <a16:creationId xmlns:a16="http://schemas.microsoft.com/office/drawing/2014/main" id="{30DA1A4C-1088-43AC-86C9-E82A7B4B75EE}"/>
                    </a:ext>
                  </a:extLst>
                </p:cNvPr>
                <p:cNvSpPr/>
                <p:nvPr/>
              </p:nvSpPr>
              <p:spPr>
                <a:xfrm flipV="1">
                  <a:off x="4707913" y="1805610"/>
                  <a:ext cx="328122" cy="249580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  <a:alpha val="42000"/>
                  </a:schemeClr>
                </a:solidFill>
                <a:ln>
                  <a:noFill/>
                </a:ln>
              </p:spPr>
              <p:style>
                <a:lnRef idx="3">
                  <a:schemeClr val="lt1"/>
                </a:lnRef>
                <a:fillRef idx="1">
                  <a:schemeClr val="accent2"/>
                </a:fillRef>
                <a:effectRef idx="1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</p:grpSp>
          <p:sp>
            <p:nvSpPr>
              <p:cNvPr id="9" name="Прямоугольник 8">
                <a:extLst>
                  <a:ext uri="{FF2B5EF4-FFF2-40B4-BE49-F238E27FC236}">
                    <a16:creationId xmlns:a16="http://schemas.microsoft.com/office/drawing/2014/main" id="{8BF6677B-5802-A9ED-5193-ED799E600BDE}"/>
                  </a:ext>
                </a:extLst>
              </p:cNvPr>
              <p:cNvSpPr/>
              <p:nvPr/>
            </p:nvSpPr>
            <p:spPr>
              <a:xfrm flipV="1">
                <a:off x="2153884" y="3128620"/>
                <a:ext cx="511495" cy="23086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42000"/>
                </a:schemeClr>
              </a:solidFill>
              <a:ln>
                <a:noFill/>
              </a:ln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sp>
          <p:nvSpPr>
            <p:cNvPr id="17" name="Прямоугольник 16">
              <a:extLst>
                <a:ext uri="{FF2B5EF4-FFF2-40B4-BE49-F238E27FC236}">
                  <a16:creationId xmlns:a16="http://schemas.microsoft.com/office/drawing/2014/main" id="{4FC2B804-EC92-7ABF-DFE4-00564DA41DA1}"/>
                </a:ext>
              </a:extLst>
            </p:cNvPr>
            <p:cNvSpPr/>
            <p:nvPr/>
          </p:nvSpPr>
          <p:spPr>
            <a:xfrm flipV="1">
              <a:off x="1873330" y="2801353"/>
              <a:ext cx="280554" cy="230859"/>
            </a:xfrm>
            <a:prstGeom prst="rect">
              <a:avLst/>
            </a:prstGeom>
            <a:solidFill>
              <a:schemeClr val="accent2">
                <a:lumMod val="40000"/>
                <a:lumOff val="60000"/>
                <a:alpha val="42000"/>
              </a:schemeClr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3" name="Группа 12">
            <a:extLst>
              <a:ext uri="{FF2B5EF4-FFF2-40B4-BE49-F238E27FC236}">
                <a16:creationId xmlns:a16="http://schemas.microsoft.com/office/drawing/2014/main" id="{848A68EC-8325-1E5A-495B-54116B0F5B6D}"/>
              </a:ext>
            </a:extLst>
          </p:cNvPr>
          <p:cNvGrpSpPr/>
          <p:nvPr/>
        </p:nvGrpSpPr>
        <p:grpSpPr>
          <a:xfrm>
            <a:off x="3154711" y="4035518"/>
            <a:ext cx="3063239" cy="2612247"/>
            <a:chOff x="4707913" y="3933943"/>
            <a:chExt cx="3063239" cy="2612247"/>
          </a:xfrm>
        </p:grpSpPr>
        <p:pic>
          <p:nvPicPr>
            <p:cNvPr id="16" name="Рисунок 15">
              <a:extLst>
                <a:ext uri="{FF2B5EF4-FFF2-40B4-BE49-F238E27FC236}">
                  <a16:creationId xmlns:a16="http://schemas.microsoft.com/office/drawing/2014/main" id="{98C3DEBE-B24C-4DA6-F73A-742579EF6EB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6554" r="36650"/>
            <a:stretch>
              <a:fillRect/>
            </a:stretch>
          </p:blipFill>
          <p:spPr>
            <a:xfrm>
              <a:off x="4707913" y="3933943"/>
              <a:ext cx="3063239" cy="2612247"/>
            </a:xfrm>
            <a:prstGeom prst="rect">
              <a:avLst/>
            </a:prstGeom>
            <a:noFill/>
          </p:spPr>
        </p:pic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id="{480C96B5-54E6-F460-E7EF-DD6D1E4E040D}"/>
                </a:ext>
              </a:extLst>
            </p:cNvPr>
            <p:cNvSpPr/>
            <p:nvPr/>
          </p:nvSpPr>
          <p:spPr>
            <a:xfrm flipV="1">
              <a:off x="6225077" y="4721844"/>
              <a:ext cx="656248" cy="261635"/>
            </a:xfrm>
            <a:prstGeom prst="rect">
              <a:avLst/>
            </a:prstGeom>
            <a:solidFill>
              <a:schemeClr val="accent2">
                <a:lumMod val="40000"/>
                <a:lumOff val="60000"/>
                <a:alpha val="42000"/>
              </a:schemeClr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F207CB12-4CB2-4E4B-B4EF-2D42F3E8EC93}"/>
                </a:ext>
              </a:extLst>
            </p:cNvPr>
            <p:cNvSpPr/>
            <p:nvPr/>
          </p:nvSpPr>
          <p:spPr>
            <a:xfrm flipV="1">
              <a:off x="6331756" y="5086334"/>
              <a:ext cx="1166323" cy="261634"/>
            </a:xfrm>
            <a:prstGeom prst="rect">
              <a:avLst/>
            </a:prstGeom>
            <a:solidFill>
              <a:schemeClr val="accent2">
                <a:lumMod val="40000"/>
                <a:lumOff val="60000"/>
                <a:alpha val="42000"/>
              </a:schemeClr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id="{74E44831-09AD-D4C2-032A-08B3B9A4206F}"/>
                </a:ext>
              </a:extLst>
            </p:cNvPr>
            <p:cNvSpPr/>
            <p:nvPr/>
          </p:nvSpPr>
          <p:spPr>
            <a:xfrm flipV="1">
              <a:off x="6096001" y="4954245"/>
              <a:ext cx="235756" cy="261634"/>
            </a:xfrm>
            <a:prstGeom prst="rect">
              <a:avLst/>
            </a:prstGeom>
            <a:solidFill>
              <a:schemeClr val="accent2">
                <a:lumMod val="40000"/>
                <a:lumOff val="60000"/>
                <a:alpha val="42000"/>
              </a:schemeClr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37552217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34149E-7955-7E94-6012-8011CE779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/>
              <a:t>Удаление глаголов: особые случаи</a:t>
            </a:r>
          </a:p>
        </p:txBody>
      </p:sp>
      <p:sp>
        <p:nvSpPr>
          <p:cNvPr id="4" name="Прямоугольник: скругленные углы 4">
            <a:extLst>
              <a:ext uri="{FF2B5EF4-FFF2-40B4-BE49-F238E27FC236}">
                <a16:creationId xmlns:a16="http://schemas.microsoft.com/office/drawing/2014/main" id="{3F165883-7B0B-524B-33FA-215D2E722827}"/>
              </a:ext>
            </a:extLst>
          </p:cNvPr>
          <p:cNvSpPr txBox="1"/>
          <p:nvPr/>
        </p:nvSpPr>
        <p:spPr>
          <a:xfrm>
            <a:off x="331431" y="2091236"/>
            <a:ext cx="1828799" cy="7332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0" vert="horz" wrap="square" lIns="91440" tIns="91440" rIns="91440" bIns="91440" numCol="1" spcCol="1270" anchor="ctr" anchorCtr="0">
            <a:noAutofit/>
          </a:bodyPr>
          <a:lstStyle/>
          <a:p>
            <a:pPr marL="0" lvl="0" indent="0" algn="ctr" defTabSz="1600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ru-RU" sz="3600" kern="1200" dirty="0"/>
              <a:t>НО!</a:t>
            </a:r>
          </a:p>
        </p:txBody>
      </p:sp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495D6323-6CF5-30EF-6DC2-B0CC5FDCFD72}"/>
              </a:ext>
            </a:extLst>
          </p:cNvPr>
          <p:cNvGrpSpPr/>
          <p:nvPr/>
        </p:nvGrpSpPr>
        <p:grpSpPr>
          <a:xfrm>
            <a:off x="1975908" y="1655563"/>
            <a:ext cx="6568017" cy="1773437"/>
            <a:chOff x="1775883" y="1792723"/>
            <a:chExt cx="6968068" cy="1925821"/>
          </a:xfrm>
        </p:grpSpPr>
        <p:pic>
          <p:nvPicPr>
            <p:cNvPr id="8" name="Рисунок 7">
              <a:extLst>
                <a:ext uri="{FF2B5EF4-FFF2-40B4-BE49-F238E27FC236}">
                  <a16:creationId xmlns:a16="http://schemas.microsoft.com/office/drawing/2014/main" id="{7181A59A-6892-8BE8-E49E-24F35D6801A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445" b="60469"/>
            <a:stretch>
              <a:fillRect/>
            </a:stretch>
          </p:blipFill>
          <p:spPr>
            <a:xfrm>
              <a:off x="1775883" y="1792723"/>
              <a:ext cx="6968068" cy="1925821"/>
            </a:xfrm>
            <a:prstGeom prst="rect">
              <a:avLst/>
            </a:prstGeom>
          </p:spPr>
        </p:pic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F6075732-4BC4-62E7-6B17-0462A06A2C54}"/>
                </a:ext>
              </a:extLst>
            </p:cNvPr>
            <p:cNvSpPr/>
            <p:nvPr/>
          </p:nvSpPr>
          <p:spPr>
            <a:xfrm flipV="1">
              <a:off x="3440620" y="2157925"/>
              <a:ext cx="788480" cy="229675"/>
            </a:xfrm>
            <a:prstGeom prst="rect">
              <a:avLst/>
            </a:prstGeom>
            <a:solidFill>
              <a:schemeClr val="accent2">
                <a:lumMod val="40000"/>
                <a:lumOff val="60000"/>
                <a:alpha val="42000"/>
              </a:schemeClr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3F9A2B6E-26BE-FFC9-1404-A5C27FD1D065}"/>
                </a:ext>
              </a:extLst>
            </p:cNvPr>
            <p:cNvSpPr/>
            <p:nvPr/>
          </p:nvSpPr>
          <p:spPr>
            <a:xfrm flipV="1">
              <a:off x="3806305" y="3488868"/>
              <a:ext cx="1491520" cy="229676"/>
            </a:xfrm>
            <a:prstGeom prst="rect">
              <a:avLst/>
            </a:prstGeom>
            <a:solidFill>
              <a:schemeClr val="accent2">
                <a:lumMod val="40000"/>
                <a:lumOff val="60000"/>
                <a:alpha val="42000"/>
              </a:schemeClr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7" name="Прямоугольник: скругленные углы 4">
            <a:extLst>
              <a:ext uri="{FF2B5EF4-FFF2-40B4-BE49-F238E27FC236}">
                <a16:creationId xmlns:a16="http://schemas.microsoft.com/office/drawing/2014/main" id="{7C1E605D-9C87-A969-1184-D1B5B76E8880}"/>
              </a:ext>
            </a:extLst>
          </p:cNvPr>
          <p:cNvSpPr txBox="1"/>
          <p:nvPr/>
        </p:nvSpPr>
        <p:spPr>
          <a:xfrm>
            <a:off x="1049867" y="3854958"/>
            <a:ext cx="3542836" cy="26949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0" vert="horz" wrap="square" lIns="91440" tIns="91440" rIns="91440" bIns="91440" numCol="1" spcCol="1270" anchor="ctr" anchorCtr="0">
            <a:noAutofit/>
          </a:bodyPr>
          <a:lstStyle/>
          <a:p>
            <a:pPr marL="457200" lvl="0" indent="-457200" algn="ctr" defTabSz="1600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AutoNum type="arabicPeriod"/>
            </a:pPr>
            <a:r>
              <a:rPr lang="ru-RU" sz="2000" dirty="0"/>
              <a:t>б</a:t>
            </a:r>
            <a:r>
              <a:rPr lang="ru-RU" sz="2000" kern="1200" dirty="0"/>
              <a:t>ерем лемму</a:t>
            </a:r>
          </a:p>
          <a:p>
            <a:pPr lvl="0" algn="ctr" defTabSz="1600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ru-RU" sz="2000" kern="1200" dirty="0"/>
              <a:t>2. берем приставку</a:t>
            </a:r>
          </a:p>
          <a:p>
            <a:pPr lvl="0" algn="ctr" defTabSz="1600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ru-RU" sz="2000" dirty="0"/>
              <a:t>3. вводим </a:t>
            </a:r>
            <a:r>
              <a:rPr lang="en-US" sz="2000" dirty="0"/>
              <a:t>count</a:t>
            </a:r>
            <a:r>
              <a:rPr lang="ru-RU" sz="2000" dirty="0"/>
              <a:t> предложений</a:t>
            </a:r>
          </a:p>
          <a:p>
            <a:pPr lvl="0" algn="ctr" defTabSz="1600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ru-RU" sz="2000" dirty="0"/>
              <a:t>… ? …</a:t>
            </a:r>
          </a:p>
          <a:p>
            <a:pPr lvl="0" algn="ctr" defTabSz="1600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ru-RU" sz="2000" kern="1200" dirty="0"/>
              <a:t>4. соединяем лемму и приставку по </a:t>
            </a:r>
            <a:r>
              <a:rPr lang="en-US" sz="2000" kern="1200" dirty="0"/>
              <a:t>hea</a:t>
            </a:r>
            <a:r>
              <a:rPr lang="en-US" sz="2000" dirty="0"/>
              <a:t>d </a:t>
            </a:r>
            <a:r>
              <a:rPr lang="ru-RU" sz="2000" dirty="0"/>
              <a:t>и </a:t>
            </a:r>
            <a:r>
              <a:rPr lang="en-US" sz="2000" dirty="0"/>
              <a:t>count</a:t>
            </a:r>
            <a:endParaRPr lang="ru-RU" sz="2000" kern="1200" dirty="0"/>
          </a:p>
        </p:txBody>
      </p:sp>
      <p:pic>
        <p:nvPicPr>
          <p:cNvPr id="9" name="Рисунок 8" descr="Назад со сплошной заливкой">
            <a:extLst>
              <a:ext uri="{FF2B5EF4-FFF2-40B4-BE49-F238E27FC236}">
                <a16:creationId xmlns:a16="http://schemas.microsoft.com/office/drawing/2014/main" id="{ED70FDB3-3612-6FFA-023B-EB53B43CD1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92703" y="4586594"/>
            <a:ext cx="914400" cy="914400"/>
          </a:xfrm>
          <a:prstGeom prst="rect">
            <a:avLst/>
          </a:prstGeom>
        </p:spPr>
      </p:pic>
      <p:sp>
        <p:nvSpPr>
          <p:cNvPr id="11" name="Прямоугольник: скругленные углы 4">
            <a:extLst>
              <a:ext uri="{FF2B5EF4-FFF2-40B4-BE49-F238E27FC236}">
                <a16:creationId xmlns:a16="http://schemas.microsoft.com/office/drawing/2014/main" id="{087F2E67-5273-C6CD-3C3D-D44049FB01E9}"/>
              </a:ext>
            </a:extLst>
          </p:cNvPr>
          <p:cNvSpPr txBox="1"/>
          <p:nvPr/>
        </p:nvSpPr>
        <p:spPr>
          <a:xfrm>
            <a:off x="5957357" y="4141455"/>
            <a:ext cx="2586568" cy="180467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0" vert="horz" wrap="square" lIns="91440" tIns="91440" rIns="91440" bIns="91440" numCol="1" spcCol="1270" anchor="ctr" anchorCtr="0">
            <a:noAutofit/>
          </a:bodyPr>
          <a:lstStyle/>
          <a:p>
            <a:pPr lvl="0" algn="ctr" defTabSz="1600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ru-RU" sz="2000" kern="1200" dirty="0"/>
              <a:t>3.1. если в лемме уже есть приставка, удаляем ее </a:t>
            </a:r>
          </a:p>
        </p:txBody>
      </p:sp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F612DF6E-1EB5-8887-3E4E-7D0AE8DD041E}"/>
              </a:ext>
            </a:extLst>
          </p:cNvPr>
          <p:cNvGrpSpPr/>
          <p:nvPr/>
        </p:nvGrpSpPr>
        <p:grpSpPr>
          <a:xfrm>
            <a:off x="6506554" y="2909601"/>
            <a:ext cx="2037371" cy="1045179"/>
            <a:chOff x="6943166" y="2909601"/>
            <a:chExt cx="2330836" cy="1231854"/>
          </a:xfrm>
        </p:grpSpPr>
        <p:grpSp>
          <p:nvGrpSpPr>
            <p:cNvPr id="17" name="Группа 16">
              <a:extLst>
                <a:ext uri="{FF2B5EF4-FFF2-40B4-BE49-F238E27FC236}">
                  <a16:creationId xmlns:a16="http://schemas.microsoft.com/office/drawing/2014/main" id="{CE0BAC69-B5CB-2D4A-306F-FAB73B668DE3}"/>
                </a:ext>
              </a:extLst>
            </p:cNvPr>
            <p:cNvGrpSpPr/>
            <p:nvPr/>
          </p:nvGrpSpPr>
          <p:grpSpPr>
            <a:xfrm>
              <a:off x="6943166" y="2909601"/>
              <a:ext cx="2330836" cy="1231854"/>
              <a:chOff x="6943166" y="2909601"/>
              <a:chExt cx="2330836" cy="1231854"/>
            </a:xfrm>
          </p:grpSpPr>
          <p:sp>
            <p:nvSpPr>
              <p:cNvPr id="3" name="Прямоугольник: скругленные углы 4">
                <a:extLst>
                  <a:ext uri="{FF2B5EF4-FFF2-40B4-BE49-F238E27FC236}">
                    <a16:creationId xmlns:a16="http://schemas.microsoft.com/office/drawing/2014/main" id="{D6E215CF-6FEC-6A50-3300-FEEC09743899}"/>
                  </a:ext>
                </a:extLst>
              </p:cNvPr>
              <p:cNvSpPr txBox="1"/>
              <p:nvPr/>
            </p:nvSpPr>
            <p:spPr>
              <a:xfrm>
                <a:off x="6943166" y="2909601"/>
                <a:ext cx="2330836" cy="75871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spcFirstLastPara="0" vert="horz" wrap="square" lIns="91440" tIns="91440" rIns="91440" bIns="91440" numCol="1" spcCol="1270" anchor="ctr" anchorCtr="0">
                <a:noAutofit/>
              </a:bodyPr>
              <a:lstStyle/>
              <a:p>
                <a:pPr lvl="0" algn="ctr" defTabSz="16002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sz="2000" kern="1200" dirty="0" err="1"/>
                  <a:t>opopleggen</a:t>
                </a:r>
                <a:endParaRPr lang="ru-RU" sz="2000" kern="1200" dirty="0"/>
              </a:p>
            </p:txBody>
          </p:sp>
          <p:sp>
            <p:nvSpPr>
              <p:cNvPr id="12" name="Прямоугольник: скругленные углы 4">
                <a:extLst>
                  <a:ext uri="{FF2B5EF4-FFF2-40B4-BE49-F238E27FC236}">
                    <a16:creationId xmlns:a16="http://schemas.microsoft.com/office/drawing/2014/main" id="{45AD24CF-AC25-8C81-FD1D-FD68E4314B22}"/>
                  </a:ext>
                </a:extLst>
              </p:cNvPr>
              <p:cNvSpPr txBox="1"/>
              <p:nvPr/>
            </p:nvSpPr>
            <p:spPr>
              <a:xfrm>
                <a:off x="6943166" y="3382740"/>
                <a:ext cx="2330836" cy="75871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spcFirstLastPara="0" vert="horz" wrap="square" lIns="91440" tIns="91440" rIns="91440" bIns="91440" numCol="1" spcCol="1270" anchor="ctr" anchorCtr="0">
                <a:noAutofit/>
              </a:bodyPr>
              <a:lstStyle/>
              <a:p>
                <a:pPr lvl="0" algn="ctr" defTabSz="16002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sz="2000" kern="1200" dirty="0" err="1"/>
                  <a:t>opleggen</a:t>
                </a:r>
                <a:endParaRPr lang="ru-RU" sz="2000" kern="1200" dirty="0"/>
              </a:p>
            </p:txBody>
          </p:sp>
        </p:grpSp>
        <p:cxnSp>
          <p:nvCxnSpPr>
            <p:cNvPr id="14" name="Прямая соединительная линия 13">
              <a:extLst>
                <a:ext uri="{FF2B5EF4-FFF2-40B4-BE49-F238E27FC236}">
                  <a16:creationId xmlns:a16="http://schemas.microsoft.com/office/drawing/2014/main" id="{F22FADD5-4B5A-B7FD-9DBA-F95F9642A10F}"/>
                </a:ext>
              </a:extLst>
            </p:cNvPr>
            <p:cNvCxnSpPr/>
            <p:nvPr/>
          </p:nvCxnSpPr>
          <p:spPr>
            <a:xfrm flipV="1">
              <a:off x="7250641" y="3108960"/>
              <a:ext cx="1619039" cy="400050"/>
            </a:xfrm>
            <a:prstGeom prst="line">
              <a:avLst/>
            </a:prstGeom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6" name="Прямая соединительная линия 15">
              <a:extLst>
                <a:ext uri="{FF2B5EF4-FFF2-40B4-BE49-F238E27FC236}">
                  <a16:creationId xmlns:a16="http://schemas.microsoft.com/office/drawing/2014/main" id="{584D916F-F5C3-EF50-E8FE-8E6404901149}"/>
                </a:ext>
              </a:extLst>
            </p:cNvPr>
            <p:cNvCxnSpPr>
              <a:cxnSpLocks/>
            </p:cNvCxnSpPr>
            <p:nvPr/>
          </p:nvCxnSpPr>
          <p:spPr>
            <a:xfrm>
              <a:off x="7502151" y="3989070"/>
              <a:ext cx="1161789" cy="0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680607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09FDFF6E-E683-B453-ED6F-9132922DA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863" y="609600"/>
            <a:ext cx="8596312" cy="1320800"/>
          </a:xfrm>
        </p:spPr>
        <p:txBody>
          <a:bodyPr>
            <a:normAutofit/>
          </a:bodyPr>
          <a:lstStyle/>
          <a:p>
            <a:r>
              <a:rPr lang="ru-RU" sz="3200" dirty="0"/>
              <a:t>Удаление глаголов: особые случаи</a:t>
            </a:r>
          </a:p>
        </p:txBody>
      </p:sp>
      <p:pic>
        <p:nvPicPr>
          <p:cNvPr id="8" name="Рисунок 7" descr="Набор кругов в различных размерах и шаблонах">
            <a:extLst>
              <a:ext uri="{FF2B5EF4-FFF2-40B4-BE49-F238E27FC236}">
                <a16:creationId xmlns:a16="http://schemas.microsoft.com/office/drawing/2014/main" id="{C9169070-7479-F12F-17F6-CF81E16AC3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7863" y="1577340"/>
            <a:ext cx="3137459" cy="3137459"/>
          </a:xfrm>
          <a:prstGeom prst="rect">
            <a:avLst/>
          </a:prstGeom>
        </p:spPr>
      </p:pic>
      <p:sp>
        <p:nvSpPr>
          <p:cNvPr id="13" name="Прямоугольник: скругленные углы 4">
            <a:extLst>
              <a:ext uri="{FF2B5EF4-FFF2-40B4-BE49-F238E27FC236}">
                <a16:creationId xmlns:a16="http://schemas.microsoft.com/office/drawing/2014/main" id="{72FC0C3B-A2FC-FDD5-E5F0-340FC198B9AF}"/>
              </a:ext>
            </a:extLst>
          </p:cNvPr>
          <p:cNvSpPr txBox="1"/>
          <p:nvPr/>
        </p:nvSpPr>
        <p:spPr>
          <a:xfrm>
            <a:off x="677863" y="4632945"/>
            <a:ext cx="2586568" cy="180467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0" vert="horz" wrap="square" lIns="91440" tIns="91440" rIns="91440" bIns="91440" numCol="1" spcCol="1270" anchor="ctr" anchorCtr="0">
            <a:noAutofit/>
          </a:bodyPr>
          <a:lstStyle/>
          <a:p>
            <a:pPr lvl="0" algn="ctr" defTabSz="1600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ru-RU" sz="2000" kern="1200" dirty="0"/>
              <a:t>Повтор леммы глагола </a:t>
            </a:r>
          </a:p>
        </p:txBody>
      </p:sp>
      <p:pic>
        <p:nvPicPr>
          <p:cNvPr id="14" name="Рисунок 13" descr="Назад со сплошной заливкой">
            <a:extLst>
              <a:ext uri="{FF2B5EF4-FFF2-40B4-BE49-F238E27FC236}">
                <a16:creationId xmlns:a16="http://schemas.microsoft.com/office/drawing/2014/main" id="{453964BD-6F95-7AFB-2868-CAB557823EB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625477" y="5535284"/>
            <a:ext cx="914400" cy="914400"/>
          </a:xfrm>
          <a:prstGeom prst="rect">
            <a:avLst/>
          </a:prstGeom>
        </p:spPr>
      </p:pic>
      <p:sp>
        <p:nvSpPr>
          <p:cNvPr id="15" name="Прямоугольник: скругленные углы 4">
            <a:extLst>
              <a:ext uri="{FF2B5EF4-FFF2-40B4-BE49-F238E27FC236}">
                <a16:creationId xmlns:a16="http://schemas.microsoft.com/office/drawing/2014/main" id="{CD7029CD-808E-B05E-FAC4-C21938721A2A}"/>
              </a:ext>
            </a:extLst>
          </p:cNvPr>
          <p:cNvSpPr txBox="1"/>
          <p:nvPr/>
        </p:nvSpPr>
        <p:spPr>
          <a:xfrm>
            <a:off x="3384793" y="5728044"/>
            <a:ext cx="2102698" cy="8369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0" vert="horz" wrap="square" lIns="91440" tIns="91440" rIns="91440" bIns="91440" numCol="1" spcCol="1270" anchor="ctr" anchorCtr="0">
            <a:noAutofit/>
          </a:bodyPr>
          <a:lstStyle/>
          <a:p>
            <a:pPr lvl="0" algn="ctr" defTabSz="1600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000" kern="1200" dirty="0"/>
              <a:t>Counter</a:t>
            </a:r>
            <a:endParaRPr lang="ru-RU" sz="2000" kern="1200" dirty="0"/>
          </a:p>
        </p:txBody>
      </p:sp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576A033A-E31A-352A-4A8B-BFDC467A213F}"/>
              </a:ext>
            </a:extLst>
          </p:cNvPr>
          <p:cNvGrpSpPr/>
          <p:nvPr/>
        </p:nvGrpSpPr>
        <p:grpSpPr>
          <a:xfrm>
            <a:off x="4115541" y="1577339"/>
            <a:ext cx="4812030" cy="3983355"/>
            <a:chOff x="4115541" y="1297305"/>
            <a:chExt cx="4812030" cy="4263390"/>
          </a:xfrm>
        </p:grpSpPr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id="{74863908-76B9-BBD9-CFA9-B12E8F392BE5}"/>
                </a:ext>
              </a:extLst>
            </p:cNvPr>
            <p:cNvSpPr/>
            <p:nvPr/>
          </p:nvSpPr>
          <p:spPr>
            <a:xfrm>
              <a:off x="4115541" y="1297305"/>
              <a:ext cx="4812030" cy="426339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nl-NL" sz="1300" b="1" i="1" dirty="0"/>
                <a:t>Vul de juiste vorm van het werkwoord in.  </a:t>
              </a:r>
              <a:endParaRPr lang="ru-RU" sz="1300" b="1" i="1" dirty="0"/>
            </a:p>
            <a:p>
              <a:endParaRPr lang="ru-RU" sz="1300" dirty="0"/>
            </a:p>
            <a:p>
              <a:r>
                <a:rPr lang="nl-NL" sz="1300" dirty="0"/>
                <a:t>Uitspraak</a:t>
              </a:r>
              <a:r>
                <a:rPr lang="ru-RU" sz="1300" dirty="0"/>
                <a:t> </a:t>
              </a:r>
              <a:r>
                <a:rPr lang="nl-NL" sz="1300" dirty="0"/>
                <a:t>Hoge Raad Der Nederlanden</a:t>
              </a:r>
              <a:endParaRPr lang="ru-RU" sz="1300" dirty="0"/>
            </a:p>
            <a:p>
              <a:r>
                <a:rPr lang="nl-NL" sz="1300" dirty="0"/>
                <a:t>Civiele Kamer</a:t>
              </a:r>
              <a:endParaRPr lang="ru-RU" sz="1300" dirty="0"/>
            </a:p>
            <a:p>
              <a:r>
                <a:rPr lang="nl-NL" sz="1300" dirty="0"/>
                <a:t>Nummer 25/00162 </a:t>
              </a:r>
              <a:endParaRPr lang="ru-RU" sz="1300" dirty="0"/>
            </a:p>
            <a:p>
              <a:r>
                <a:rPr lang="nl-NL" sz="1300" dirty="0"/>
                <a:t>Datum 5 december 2025 </a:t>
              </a:r>
              <a:endParaRPr lang="ru-RU" sz="1300" dirty="0"/>
            </a:p>
            <a:p>
              <a:endParaRPr lang="ru-RU" sz="1300" dirty="0"/>
            </a:p>
            <a:p>
              <a:r>
                <a:rPr lang="nl-NL" sz="1300" dirty="0"/>
                <a:t>BeschikkingIn de zaak van </a:t>
              </a:r>
              <a:endParaRPr lang="ru-RU" sz="1300" dirty="0"/>
            </a:p>
            <a:p>
              <a:r>
                <a:rPr lang="nl-NL" sz="1300" dirty="0"/>
                <a:t>1. [ de maatschap ], _____ te [ vestigingsplaats ], </a:t>
              </a:r>
              <a:endParaRPr lang="ru-RU" sz="1300" dirty="0"/>
            </a:p>
            <a:p>
              <a:r>
                <a:rPr lang="nl-NL" sz="1300" dirty="0"/>
                <a:t>2. [ verzoeker 2 ], _____ te [ woonplaats ], </a:t>
              </a:r>
              <a:r>
                <a:rPr lang="ru-RU" sz="1300" dirty="0"/>
                <a:t>...</a:t>
              </a:r>
            </a:p>
            <a:p>
              <a:endParaRPr lang="ru-RU" sz="1300" dirty="0"/>
            </a:p>
            <a:p>
              <a:pPr marL="342900" indent="-342900">
                <a:buAutoNum type="arabicPeriod"/>
              </a:pPr>
              <a:r>
                <a:rPr lang="nl-NL" sz="1300" dirty="0"/>
                <a:t>Procesverloop </a:t>
              </a:r>
              <a:endParaRPr lang="ru-RU" sz="1300" dirty="0"/>
            </a:p>
            <a:p>
              <a:r>
                <a:rPr lang="nl-NL" sz="1300" dirty="0"/>
                <a:t>Voor het verloop van het geding in feitelijke instantie _____ de Hoge Raad naar de beschikkingen in de zaak</a:t>
              </a:r>
              <a:r>
                <a:rPr lang="ru-RU" sz="1300" dirty="0"/>
                <a:t>…</a:t>
              </a:r>
            </a:p>
            <a:p>
              <a:endParaRPr lang="ru-RU" sz="1300" dirty="0"/>
            </a:p>
            <a:p>
              <a:r>
                <a:rPr lang="nl-NL" sz="1300" b="1" i="1" dirty="0"/>
                <a:t>Werkwoorden:</a:t>
              </a:r>
              <a:endParaRPr lang="ru-RU" sz="1300" b="1" i="1" dirty="0"/>
            </a:p>
            <a:p>
              <a:r>
                <a:rPr lang="nl-NL" sz="1300" dirty="0"/>
                <a:t>benutten, voorzien, weten, verklaren, toebedelen(4), bedoelen, vervallen, voordoen, afstemmen, verrekenen(3)...</a:t>
              </a:r>
              <a:endParaRPr lang="ru-RU" sz="1300" dirty="0"/>
            </a:p>
          </p:txBody>
        </p:sp>
        <p:sp>
          <p:nvSpPr>
            <p:cNvPr id="16" name="Прямоугольник 15">
              <a:extLst>
                <a:ext uri="{FF2B5EF4-FFF2-40B4-BE49-F238E27FC236}">
                  <a16:creationId xmlns:a16="http://schemas.microsoft.com/office/drawing/2014/main" id="{2CD2EBF0-E0CD-57C6-3C0E-071BB99AF349}"/>
                </a:ext>
              </a:extLst>
            </p:cNvPr>
            <p:cNvSpPr/>
            <p:nvPr/>
          </p:nvSpPr>
          <p:spPr>
            <a:xfrm flipV="1">
              <a:off x="7109461" y="4903134"/>
              <a:ext cx="1051560" cy="241972"/>
            </a:xfrm>
            <a:prstGeom prst="rect">
              <a:avLst/>
            </a:prstGeom>
            <a:solidFill>
              <a:schemeClr val="accent2">
                <a:lumMod val="40000"/>
                <a:lumOff val="60000"/>
                <a:alpha val="42000"/>
              </a:schemeClr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" name="Прямоугольник 16">
              <a:extLst>
                <a:ext uri="{FF2B5EF4-FFF2-40B4-BE49-F238E27FC236}">
                  <a16:creationId xmlns:a16="http://schemas.microsoft.com/office/drawing/2014/main" id="{02736F31-5E7B-7005-40C6-D760DFF5AE4F}"/>
                </a:ext>
              </a:extLst>
            </p:cNvPr>
            <p:cNvSpPr/>
            <p:nvPr/>
          </p:nvSpPr>
          <p:spPr>
            <a:xfrm flipV="1">
              <a:off x="7475220" y="5145106"/>
              <a:ext cx="1139440" cy="241972"/>
            </a:xfrm>
            <a:prstGeom prst="rect">
              <a:avLst/>
            </a:prstGeom>
            <a:solidFill>
              <a:schemeClr val="accent2">
                <a:lumMod val="40000"/>
                <a:lumOff val="60000"/>
                <a:alpha val="42000"/>
              </a:schemeClr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38064604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1FB4B1-103A-2A8B-7527-D60A928A0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2. Выдача текста</a:t>
            </a:r>
          </a:p>
        </p:txBody>
      </p:sp>
      <p:grpSp>
        <p:nvGrpSpPr>
          <p:cNvPr id="14" name="Группа 13">
            <a:extLst>
              <a:ext uri="{FF2B5EF4-FFF2-40B4-BE49-F238E27FC236}">
                <a16:creationId xmlns:a16="http://schemas.microsoft.com/office/drawing/2014/main" id="{38BE5CED-1183-B8FE-CD06-FAD7B3796F74}"/>
              </a:ext>
            </a:extLst>
          </p:cNvPr>
          <p:cNvGrpSpPr/>
          <p:nvPr/>
        </p:nvGrpSpPr>
        <p:grpSpPr>
          <a:xfrm>
            <a:off x="250208" y="3953331"/>
            <a:ext cx="2565034" cy="757387"/>
            <a:chOff x="391803" y="4077914"/>
            <a:chExt cx="2773097" cy="885031"/>
          </a:xfrm>
        </p:grpSpPr>
        <p:pic>
          <p:nvPicPr>
            <p:cNvPr id="15" name="Рисунок 14">
              <a:extLst>
                <a:ext uri="{FF2B5EF4-FFF2-40B4-BE49-F238E27FC236}">
                  <a16:creationId xmlns:a16="http://schemas.microsoft.com/office/drawing/2014/main" id="{0E6205F7-3A17-DC40-8B69-965311BAF99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1803" y="4077914"/>
              <a:ext cx="2773097" cy="885031"/>
            </a:xfrm>
            <a:prstGeom prst="rect">
              <a:avLst/>
            </a:prstGeom>
          </p:spPr>
        </p:pic>
        <p:sp>
          <p:nvSpPr>
            <p:cNvPr id="16" name="Прямоугольник 15">
              <a:extLst>
                <a:ext uri="{FF2B5EF4-FFF2-40B4-BE49-F238E27FC236}">
                  <a16:creationId xmlns:a16="http://schemas.microsoft.com/office/drawing/2014/main" id="{1B428A04-E6C6-EEC8-DE60-3A5B5F10E826}"/>
                </a:ext>
              </a:extLst>
            </p:cNvPr>
            <p:cNvSpPr/>
            <p:nvPr/>
          </p:nvSpPr>
          <p:spPr>
            <a:xfrm>
              <a:off x="582930" y="4206240"/>
              <a:ext cx="480060" cy="573905"/>
            </a:xfrm>
            <a:prstGeom prst="rect">
              <a:avLst/>
            </a:prstGeom>
            <a:solidFill>
              <a:schemeClr val="accent2">
                <a:lumMod val="40000"/>
                <a:lumOff val="60000"/>
                <a:alpha val="42000"/>
              </a:schemeClr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7" name="Группа 16">
            <a:extLst>
              <a:ext uri="{FF2B5EF4-FFF2-40B4-BE49-F238E27FC236}">
                <a16:creationId xmlns:a16="http://schemas.microsoft.com/office/drawing/2014/main" id="{F9674777-64CE-44FD-C2A1-402278D50FC0}"/>
              </a:ext>
            </a:extLst>
          </p:cNvPr>
          <p:cNvGrpSpPr/>
          <p:nvPr/>
        </p:nvGrpSpPr>
        <p:grpSpPr>
          <a:xfrm>
            <a:off x="608278" y="4578700"/>
            <a:ext cx="2094909" cy="897818"/>
            <a:chOff x="852821" y="4780145"/>
            <a:chExt cx="2094909" cy="897818"/>
          </a:xfrm>
        </p:grpSpPr>
        <p:pic>
          <p:nvPicPr>
            <p:cNvPr id="18" name="Рисунок 17">
              <a:extLst>
                <a:ext uri="{FF2B5EF4-FFF2-40B4-BE49-F238E27FC236}">
                  <a16:creationId xmlns:a16="http://schemas.microsoft.com/office/drawing/2014/main" id="{75C7DB8E-1F27-5F57-1DF2-2A7A4D87248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2821" y="4780145"/>
              <a:ext cx="2094909" cy="897818"/>
            </a:xfrm>
            <a:prstGeom prst="rect">
              <a:avLst/>
            </a:prstGeom>
          </p:spPr>
        </p:pic>
        <p:sp>
          <p:nvSpPr>
            <p:cNvPr id="19" name="Прямоугольник 18">
              <a:extLst>
                <a:ext uri="{FF2B5EF4-FFF2-40B4-BE49-F238E27FC236}">
                  <a16:creationId xmlns:a16="http://schemas.microsoft.com/office/drawing/2014/main" id="{1A94B76E-3933-11D9-C486-BB7EDC9BA5E4}"/>
                </a:ext>
              </a:extLst>
            </p:cNvPr>
            <p:cNvSpPr/>
            <p:nvPr/>
          </p:nvSpPr>
          <p:spPr>
            <a:xfrm>
              <a:off x="1578640" y="4962945"/>
              <a:ext cx="353030" cy="326629"/>
            </a:xfrm>
            <a:prstGeom prst="rect">
              <a:avLst/>
            </a:prstGeom>
            <a:solidFill>
              <a:schemeClr val="accent2">
                <a:lumMod val="40000"/>
                <a:lumOff val="60000"/>
                <a:alpha val="42000"/>
              </a:schemeClr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aphicFrame>
        <p:nvGraphicFramePr>
          <p:cNvPr id="20" name="Схема 19">
            <a:extLst>
              <a:ext uri="{FF2B5EF4-FFF2-40B4-BE49-F238E27FC236}">
                <a16:creationId xmlns:a16="http://schemas.microsoft.com/office/drawing/2014/main" id="{3C563F05-E067-97DF-A294-29FB8145C47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03585558"/>
              </p:ext>
            </p:extLst>
          </p:nvPr>
        </p:nvGraphicFramePr>
        <p:xfrm>
          <a:off x="2005232" y="4182399"/>
          <a:ext cx="3904724" cy="23175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pSp>
        <p:nvGrpSpPr>
          <p:cNvPr id="22" name="Группа 21">
            <a:extLst>
              <a:ext uri="{FF2B5EF4-FFF2-40B4-BE49-F238E27FC236}">
                <a16:creationId xmlns:a16="http://schemas.microsoft.com/office/drawing/2014/main" id="{55492500-78E5-33C6-DD22-6AF83EAF601E}"/>
              </a:ext>
            </a:extLst>
          </p:cNvPr>
          <p:cNvGrpSpPr/>
          <p:nvPr/>
        </p:nvGrpSpPr>
        <p:grpSpPr>
          <a:xfrm>
            <a:off x="416812" y="1783374"/>
            <a:ext cx="8956987" cy="2366256"/>
            <a:chOff x="508252" y="1783374"/>
            <a:chExt cx="8956987" cy="2366256"/>
          </a:xfrm>
        </p:grpSpPr>
        <p:grpSp>
          <p:nvGrpSpPr>
            <p:cNvPr id="4" name="Группа 3">
              <a:extLst>
                <a:ext uri="{FF2B5EF4-FFF2-40B4-BE49-F238E27FC236}">
                  <a16:creationId xmlns:a16="http://schemas.microsoft.com/office/drawing/2014/main" id="{97833CFA-198C-87D1-62E4-3D5640F3EFD2}"/>
                </a:ext>
              </a:extLst>
            </p:cNvPr>
            <p:cNvGrpSpPr/>
            <p:nvPr/>
          </p:nvGrpSpPr>
          <p:grpSpPr>
            <a:xfrm>
              <a:off x="508252" y="1783374"/>
              <a:ext cx="8956987" cy="2366256"/>
              <a:chOff x="391802" y="1861479"/>
              <a:chExt cx="8956987" cy="2366256"/>
            </a:xfrm>
          </p:grpSpPr>
          <p:grpSp>
            <p:nvGrpSpPr>
              <p:cNvPr id="5" name="Группа 4">
                <a:extLst>
                  <a:ext uri="{FF2B5EF4-FFF2-40B4-BE49-F238E27FC236}">
                    <a16:creationId xmlns:a16="http://schemas.microsoft.com/office/drawing/2014/main" id="{912DD49A-FFF1-6546-04D3-FE29FF0F1A72}"/>
                  </a:ext>
                </a:extLst>
              </p:cNvPr>
              <p:cNvGrpSpPr/>
              <p:nvPr/>
            </p:nvGrpSpPr>
            <p:grpSpPr>
              <a:xfrm>
                <a:off x="391802" y="2161494"/>
                <a:ext cx="2157306" cy="1766227"/>
                <a:chOff x="3234723" y="381239"/>
                <a:chExt cx="1891516" cy="1243622"/>
              </a:xfrm>
            </p:grpSpPr>
            <p:sp>
              <p:nvSpPr>
                <p:cNvPr id="12" name="Прямоугольник: скругленные углы 11">
                  <a:extLst>
                    <a:ext uri="{FF2B5EF4-FFF2-40B4-BE49-F238E27FC236}">
                      <a16:creationId xmlns:a16="http://schemas.microsoft.com/office/drawing/2014/main" id="{58F181FC-1C6C-22DF-FD9A-7288D8C0BC9E}"/>
                    </a:ext>
                  </a:extLst>
                </p:cNvPr>
                <p:cNvSpPr/>
                <p:nvPr/>
              </p:nvSpPr>
              <p:spPr>
                <a:xfrm>
                  <a:off x="3234723" y="381239"/>
                  <a:ext cx="1891516" cy="1243622"/>
                </a:xfrm>
                <a:prstGeom prst="roundRect">
                  <a:avLst/>
                </a:prstGeom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13" name="Прямоугольник: скругленные углы 4">
                  <a:extLst>
                    <a:ext uri="{FF2B5EF4-FFF2-40B4-BE49-F238E27FC236}">
                      <a16:creationId xmlns:a16="http://schemas.microsoft.com/office/drawing/2014/main" id="{F719ABD8-0A54-768F-EB3A-A9EB75FB4F3F}"/>
                    </a:ext>
                  </a:extLst>
                </p:cNvPr>
                <p:cNvSpPr txBox="1"/>
                <p:nvPr/>
              </p:nvSpPr>
              <p:spPr>
                <a:xfrm>
                  <a:off x="3284833" y="454266"/>
                  <a:ext cx="1761233" cy="1115874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spcFirstLastPara="0" vert="horz" wrap="square" lIns="91440" tIns="91440" rIns="91440" bIns="91440" numCol="1" spcCol="1270" anchor="ctr" anchorCtr="0">
                  <a:noAutofit/>
                </a:bodyPr>
                <a:lstStyle/>
                <a:p>
                  <a:pPr marL="0" lvl="0" indent="0" algn="ctr" defTabSz="16002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r>
                    <a:rPr lang="ru-RU" sz="2000" kern="1200" dirty="0"/>
                    <a:t>Первичная </a:t>
                  </a:r>
                  <a:r>
                    <a:rPr lang="ru-RU" sz="2000" dirty="0"/>
                    <a:t>п</a:t>
                  </a:r>
                  <a:r>
                    <a:rPr lang="ru-RU" sz="2000" kern="1200" dirty="0"/>
                    <a:t>редобработка текста</a:t>
                  </a:r>
                </a:p>
              </p:txBody>
            </p:sp>
          </p:grpSp>
          <p:grpSp>
            <p:nvGrpSpPr>
              <p:cNvPr id="6" name="Группа 5">
                <a:extLst>
                  <a:ext uri="{FF2B5EF4-FFF2-40B4-BE49-F238E27FC236}">
                    <a16:creationId xmlns:a16="http://schemas.microsoft.com/office/drawing/2014/main" id="{74CB604B-A566-C836-1EE2-F84D7665650E}"/>
                  </a:ext>
                </a:extLst>
              </p:cNvPr>
              <p:cNvGrpSpPr/>
              <p:nvPr/>
            </p:nvGrpSpPr>
            <p:grpSpPr>
              <a:xfrm>
                <a:off x="2722105" y="2148334"/>
                <a:ext cx="2157306" cy="1811052"/>
                <a:chOff x="2702724" y="381547"/>
                <a:chExt cx="1891516" cy="1275184"/>
              </a:xfrm>
            </p:grpSpPr>
            <p:sp>
              <p:nvSpPr>
                <p:cNvPr id="10" name="Прямоугольник: скругленные углы 9">
                  <a:extLst>
                    <a:ext uri="{FF2B5EF4-FFF2-40B4-BE49-F238E27FC236}">
                      <a16:creationId xmlns:a16="http://schemas.microsoft.com/office/drawing/2014/main" id="{2B4EA69E-89CC-B87B-4F5E-DD07A9F0F3E0}"/>
                    </a:ext>
                  </a:extLst>
                </p:cNvPr>
                <p:cNvSpPr/>
                <p:nvPr/>
              </p:nvSpPr>
              <p:spPr>
                <a:xfrm>
                  <a:off x="2702724" y="381547"/>
                  <a:ext cx="1891516" cy="1275184"/>
                </a:xfrm>
                <a:prstGeom prst="roundRect">
                  <a:avLst/>
                </a:prstGeom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11" name="Прямоугольник: скругленные углы 4">
                  <a:extLst>
                    <a:ext uri="{FF2B5EF4-FFF2-40B4-BE49-F238E27FC236}">
                      <a16:creationId xmlns:a16="http://schemas.microsoft.com/office/drawing/2014/main" id="{544C994F-2E90-D79A-9B8F-5A01B92A1D57}"/>
                    </a:ext>
                  </a:extLst>
                </p:cNvPr>
                <p:cNvSpPr txBox="1"/>
                <p:nvPr/>
              </p:nvSpPr>
              <p:spPr>
                <a:xfrm>
                  <a:off x="2762457" y="479936"/>
                  <a:ext cx="1761630" cy="1099778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spcFirstLastPara="0" vert="horz" wrap="square" lIns="91440" tIns="91440" rIns="91440" bIns="91440" numCol="1" spcCol="1270" anchor="ctr" anchorCtr="0">
                  <a:noAutofit/>
                </a:bodyPr>
                <a:lstStyle/>
                <a:p>
                  <a:pPr marL="0" lvl="0" indent="0" algn="ctr" defTabSz="16002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r>
                    <a:rPr lang="ru-RU" sz="2000" dirty="0"/>
                    <a:t>Фильтрация текста: </a:t>
                  </a:r>
                </a:p>
                <a:p>
                  <a:pPr marL="0" lvl="0" indent="0" algn="ctr" defTabSz="16002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r>
                    <a:rPr lang="en-US" sz="2000" dirty="0"/>
                    <a:t>Stanza </a:t>
                  </a:r>
                  <a:r>
                    <a:rPr lang="ru-RU" sz="2000" dirty="0"/>
                    <a:t>и стоп-слова</a:t>
                  </a:r>
                  <a:endParaRPr lang="ru-RU" sz="2000" kern="1200" dirty="0"/>
                </a:p>
              </p:txBody>
            </p:sp>
          </p:grpSp>
          <p:grpSp>
            <p:nvGrpSpPr>
              <p:cNvPr id="7" name="Группа 6">
                <a:extLst>
                  <a:ext uri="{FF2B5EF4-FFF2-40B4-BE49-F238E27FC236}">
                    <a16:creationId xmlns:a16="http://schemas.microsoft.com/office/drawing/2014/main" id="{3EA649DE-ADAE-AEE5-D689-9193F463A267}"/>
                  </a:ext>
                </a:extLst>
              </p:cNvPr>
              <p:cNvGrpSpPr/>
              <p:nvPr/>
            </p:nvGrpSpPr>
            <p:grpSpPr>
              <a:xfrm>
                <a:off x="7370199" y="1861479"/>
                <a:ext cx="1978590" cy="2366256"/>
                <a:chOff x="7370199" y="1861479"/>
                <a:chExt cx="1978590" cy="2366256"/>
              </a:xfrm>
            </p:grpSpPr>
            <p:sp>
              <p:nvSpPr>
                <p:cNvPr id="8" name="Прямоугольник: загнутый угол 7">
                  <a:extLst>
                    <a:ext uri="{FF2B5EF4-FFF2-40B4-BE49-F238E27FC236}">
                      <a16:creationId xmlns:a16="http://schemas.microsoft.com/office/drawing/2014/main" id="{AAB63884-34E7-F496-43E2-04EB3E3B4ABA}"/>
                    </a:ext>
                  </a:extLst>
                </p:cNvPr>
                <p:cNvSpPr/>
                <p:nvPr/>
              </p:nvSpPr>
              <p:spPr>
                <a:xfrm>
                  <a:off x="7379541" y="1861479"/>
                  <a:ext cx="1969248" cy="2366256"/>
                </a:xfrm>
                <a:prstGeom prst="foldedCorner">
                  <a:avLst/>
                </a:prstGeom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marL="285750" indent="-285750" algn="ctr">
                    <a:buFontTx/>
                    <a:buChar char="-"/>
                  </a:pPr>
                  <a:endParaRPr lang="ru-RU" dirty="0"/>
                </a:p>
              </p:txBody>
            </p:sp>
            <p:sp>
              <p:nvSpPr>
                <p:cNvPr id="9" name="Прямоугольник: скругленные углы 4">
                  <a:extLst>
                    <a:ext uri="{FF2B5EF4-FFF2-40B4-BE49-F238E27FC236}">
                      <a16:creationId xmlns:a16="http://schemas.microsoft.com/office/drawing/2014/main" id="{40295CFA-F569-288D-310D-591D0844E1CB}"/>
                    </a:ext>
                  </a:extLst>
                </p:cNvPr>
                <p:cNvSpPr txBox="1"/>
                <p:nvPr/>
              </p:nvSpPr>
              <p:spPr>
                <a:xfrm>
                  <a:off x="7370199" y="2170745"/>
                  <a:ext cx="1843935" cy="1766227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spcFirstLastPara="0" vert="horz" wrap="square" lIns="91440" tIns="91440" rIns="91440" bIns="91440" numCol="1" spcCol="1270" anchor="ctr" anchorCtr="0">
                  <a:noAutofit/>
                </a:bodyPr>
                <a:lstStyle/>
                <a:p>
                  <a:pPr marL="342900" lvl="0" indent="-342900" algn="ctr" defTabSz="16002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FontTx/>
                    <a:buChar char="-"/>
                  </a:pPr>
                  <a:r>
                    <a:rPr lang="ru-RU" sz="2000" dirty="0"/>
                    <a:t>ключевые слова</a:t>
                  </a:r>
                </a:p>
                <a:p>
                  <a:pPr marL="342900" lvl="0" indent="-342900" algn="ctr" defTabSz="16002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FontTx/>
                    <a:buChar char="-"/>
                  </a:pPr>
                  <a:r>
                    <a:rPr lang="ru-RU" sz="2000" dirty="0"/>
                    <a:t>т</a:t>
                  </a:r>
                  <a:r>
                    <a:rPr lang="ru-RU" sz="2000" kern="1200" dirty="0"/>
                    <a:t>екст судебного решения</a:t>
                  </a:r>
                </a:p>
              </p:txBody>
            </p:sp>
          </p:grpSp>
        </p:grpSp>
        <p:sp>
          <p:nvSpPr>
            <p:cNvPr id="21" name="Прямоугольник: скругленные углы 20">
              <a:extLst>
                <a:ext uri="{FF2B5EF4-FFF2-40B4-BE49-F238E27FC236}">
                  <a16:creationId xmlns:a16="http://schemas.microsoft.com/office/drawing/2014/main" id="{987F6386-ACBD-6905-4DDF-E4C96064EEBB}"/>
                </a:ext>
              </a:extLst>
            </p:cNvPr>
            <p:cNvSpPr/>
            <p:nvPr/>
          </p:nvSpPr>
          <p:spPr>
            <a:xfrm>
              <a:off x="5153216" y="2083389"/>
              <a:ext cx="2157306" cy="1796546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endParaRPr lang="ru-RU" dirty="0"/>
            </a:p>
          </p:txBody>
        </p:sp>
      </p:grpSp>
      <p:sp>
        <p:nvSpPr>
          <p:cNvPr id="23" name="Прямоугольник: скругленные углы 4">
            <a:extLst>
              <a:ext uri="{FF2B5EF4-FFF2-40B4-BE49-F238E27FC236}">
                <a16:creationId xmlns:a16="http://schemas.microsoft.com/office/drawing/2014/main" id="{0B59BE82-D988-1EF9-ED10-9B558EC1C113}"/>
              </a:ext>
            </a:extLst>
          </p:cNvPr>
          <p:cNvSpPr txBox="1"/>
          <p:nvPr/>
        </p:nvSpPr>
        <p:spPr>
          <a:xfrm>
            <a:off x="5148565" y="2194787"/>
            <a:ext cx="2009169" cy="15619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0" vert="horz" wrap="square" lIns="91440" tIns="91440" rIns="91440" bIns="91440" numCol="1" spcCol="1270" anchor="ctr" anchorCtr="0">
            <a:noAutofit/>
          </a:bodyPr>
          <a:lstStyle/>
          <a:p>
            <a:pPr marL="0" lvl="0" indent="0" algn="ctr" defTabSz="1600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ru-RU" sz="2000" dirty="0"/>
              <a:t>Подсчет длины текста, </a:t>
            </a:r>
            <a:r>
              <a:rPr lang="en-US" sz="2000" dirty="0"/>
              <a:t>TTR</a:t>
            </a:r>
            <a:r>
              <a:rPr lang="ru-RU" sz="2000" dirty="0"/>
              <a:t>, </a:t>
            </a:r>
            <a:r>
              <a:rPr lang="en-US" sz="2000" dirty="0"/>
              <a:t>TF-IDF</a:t>
            </a:r>
            <a:endParaRPr lang="ru-RU" sz="2000" kern="1200" dirty="0"/>
          </a:p>
        </p:txBody>
      </p:sp>
      <p:pic>
        <p:nvPicPr>
          <p:cNvPr id="35" name="Рисунок 34" descr="График и заметка панели с карандашом">
            <a:extLst>
              <a:ext uri="{FF2B5EF4-FFF2-40B4-BE49-F238E27FC236}">
                <a16:creationId xmlns:a16="http://schemas.microsoft.com/office/drawing/2014/main" id="{B2DE2878-6F9F-3D74-FEB7-51653B92B86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331712" y="4299999"/>
            <a:ext cx="1788732" cy="1788732"/>
          </a:xfrm>
          <a:prstGeom prst="rect">
            <a:avLst/>
          </a:prstGeom>
        </p:spPr>
      </p:pic>
      <p:pic>
        <p:nvPicPr>
          <p:cNvPr id="36" name="Рисунок 35" descr="Флажок со сплошной заливкой">
            <a:extLst>
              <a:ext uri="{FF2B5EF4-FFF2-40B4-BE49-F238E27FC236}">
                <a16:creationId xmlns:a16="http://schemas.microsoft.com/office/drawing/2014/main" id="{6D9D7775-1E9B-EC01-BAEB-2D732C1CB63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969226" y="4710718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8401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C24A2A-127A-E16C-9822-0966135D7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/>
              <a:t>Фильтрация текста: особые случаи</a:t>
            </a:r>
          </a:p>
        </p:txBody>
      </p:sp>
      <p:grpSp>
        <p:nvGrpSpPr>
          <p:cNvPr id="17" name="Группа 16">
            <a:extLst>
              <a:ext uri="{FF2B5EF4-FFF2-40B4-BE49-F238E27FC236}">
                <a16:creationId xmlns:a16="http://schemas.microsoft.com/office/drawing/2014/main" id="{14DB1878-757A-0E7C-6FAA-9D61167A7255}"/>
              </a:ext>
            </a:extLst>
          </p:cNvPr>
          <p:cNvGrpSpPr/>
          <p:nvPr/>
        </p:nvGrpSpPr>
        <p:grpSpPr>
          <a:xfrm>
            <a:off x="684726" y="1809750"/>
            <a:ext cx="2240664" cy="4438650"/>
            <a:chOff x="677335" y="1564005"/>
            <a:chExt cx="2240664" cy="4438650"/>
          </a:xfrm>
        </p:grpSpPr>
        <p:grpSp>
          <p:nvGrpSpPr>
            <p:cNvPr id="10" name="Группа 9">
              <a:extLst>
                <a:ext uri="{FF2B5EF4-FFF2-40B4-BE49-F238E27FC236}">
                  <a16:creationId xmlns:a16="http://schemas.microsoft.com/office/drawing/2014/main" id="{1C2A4FD2-3F65-384D-6618-0A7150752C11}"/>
                </a:ext>
              </a:extLst>
            </p:cNvPr>
            <p:cNvGrpSpPr/>
            <p:nvPr/>
          </p:nvGrpSpPr>
          <p:grpSpPr>
            <a:xfrm>
              <a:off x="677335" y="1564005"/>
              <a:ext cx="2240664" cy="4438650"/>
              <a:chOff x="677335" y="1564005"/>
              <a:chExt cx="2240664" cy="4438650"/>
            </a:xfrm>
          </p:grpSpPr>
          <p:pic>
            <p:nvPicPr>
              <p:cNvPr id="5" name="Рисунок 4">
                <a:extLst>
                  <a:ext uri="{FF2B5EF4-FFF2-40B4-BE49-F238E27FC236}">
                    <a16:creationId xmlns:a16="http://schemas.microsoft.com/office/drawing/2014/main" id="{524FAF8A-ED55-ACB9-A619-9C462AAB263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13885"/>
              <a:stretch>
                <a:fillRect/>
              </a:stretch>
            </p:blipFill>
            <p:spPr>
              <a:xfrm>
                <a:off x="677335" y="1564005"/>
                <a:ext cx="2240664" cy="4438650"/>
              </a:xfrm>
              <a:prstGeom prst="rect">
                <a:avLst/>
              </a:prstGeom>
            </p:spPr>
          </p:pic>
          <p:sp>
            <p:nvSpPr>
              <p:cNvPr id="8" name="Прямоугольник 7">
                <a:extLst>
                  <a:ext uri="{FF2B5EF4-FFF2-40B4-BE49-F238E27FC236}">
                    <a16:creationId xmlns:a16="http://schemas.microsoft.com/office/drawing/2014/main" id="{A6D4F7B1-D144-55E6-EF36-E0204E02855A}"/>
                  </a:ext>
                </a:extLst>
              </p:cNvPr>
              <p:cNvSpPr/>
              <p:nvPr/>
            </p:nvSpPr>
            <p:spPr>
              <a:xfrm>
                <a:off x="1790586" y="1577340"/>
                <a:ext cx="255384" cy="182881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42000"/>
                </a:schemeClr>
              </a:solidFill>
              <a:ln>
                <a:noFill/>
              </a:ln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id="{6D8B65C5-89A7-31BA-E619-4564EE95FB99}"/>
                </a:ext>
              </a:extLst>
            </p:cNvPr>
            <p:cNvSpPr/>
            <p:nvPr/>
          </p:nvSpPr>
          <p:spPr>
            <a:xfrm>
              <a:off x="1640034" y="3543301"/>
              <a:ext cx="543096" cy="182880"/>
            </a:xfrm>
            <a:prstGeom prst="rect">
              <a:avLst/>
            </a:prstGeom>
            <a:solidFill>
              <a:schemeClr val="accent2">
                <a:lumMod val="40000"/>
                <a:lumOff val="60000"/>
                <a:alpha val="42000"/>
              </a:schemeClr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" name="Прямоугольник 13">
              <a:extLst>
                <a:ext uri="{FF2B5EF4-FFF2-40B4-BE49-F238E27FC236}">
                  <a16:creationId xmlns:a16="http://schemas.microsoft.com/office/drawing/2014/main" id="{187B948E-86A9-7823-24F4-9D7884118A23}"/>
                </a:ext>
              </a:extLst>
            </p:cNvPr>
            <p:cNvSpPr/>
            <p:nvPr/>
          </p:nvSpPr>
          <p:spPr>
            <a:xfrm>
              <a:off x="1617174" y="5433061"/>
              <a:ext cx="543096" cy="182880"/>
            </a:xfrm>
            <a:prstGeom prst="rect">
              <a:avLst/>
            </a:prstGeom>
            <a:solidFill>
              <a:schemeClr val="accent2">
                <a:lumMod val="40000"/>
                <a:lumOff val="60000"/>
                <a:alpha val="42000"/>
              </a:schemeClr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6" name="Группа 15">
            <a:extLst>
              <a:ext uri="{FF2B5EF4-FFF2-40B4-BE49-F238E27FC236}">
                <a16:creationId xmlns:a16="http://schemas.microsoft.com/office/drawing/2014/main" id="{AF6C559D-FC56-E666-A45D-E2B7835A0EA1}"/>
              </a:ext>
            </a:extLst>
          </p:cNvPr>
          <p:cNvGrpSpPr/>
          <p:nvPr/>
        </p:nvGrpSpPr>
        <p:grpSpPr>
          <a:xfrm>
            <a:off x="3141136" y="1809750"/>
            <a:ext cx="2363430" cy="4659630"/>
            <a:chOff x="3371352" y="1564005"/>
            <a:chExt cx="2363430" cy="4659630"/>
          </a:xfrm>
        </p:grpSpPr>
        <p:grpSp>
          <p:nvGrpSpPr>
            <p:cNvPr id="11" name="Группа 10">
              <a:extLst>
                <a:ext uri="{FF2B5EF4-FFF2-40B4-BE49-F238E27FC236}">
                  <a16:creationId xmlns:a16="http://schemas.microsoft.com/office/drawing/2014/main" id="{2093F72B-D6F9-A353-F1B7-DD1BD330FCE5}"/>
                </a:ext>
              </a:extLst>
            </p:cNvPr>
            <p:cNvGrpSpPr/>
            <p:nvPr/>
          </p:nvGrpSpPr>
          <p:grpSpPr>
            <a:xfrm>
              <a:off x="3371352" y="1564005"/>
              <a:ext cx="2363430" cy="4659630"/>
              <a:chOff x="3371352" y="1564005"/>
              <a:chExt cx="2363430" cy="4659630"/>
            </a:xfrm>
          </p:grpSpPr>
          <p:pic>
            <p:nvPicPr>
              <p:cNvPr id="7" name="Рисунок 6">
                <a:extLst>
                  <a:ext uri="{FF2B5EF4-FFF2-40B4-BE49-F238E27FC236}">
                    <a16:creationId xmlns:a16="http://schemas.microsoft.com/office/drawing/2014/main" id="{E1BA6AFA-A111-94DB-D8D6-CED62868D9B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13258"/>
              <a:stretch>
                <a:fillRect/>
              </a:stretch>
            </p:blipFill>
            <p:spPr>
              <a:xfrm>
                <a:off x="3371352" y="1564005"/>
                <a:ext cx="2363430" cy="4659630"/>
              </a:xfrm>
              <a:prstGeom prst="rect">
                <a:avLst/>
              </a:prstGeom>
            </p:spPr>
          </p:pic>
          <p:sp>
            <p:nvSpPr>
              <p:cNvPr id="9" name="Прямоугольник 8">
                <a:extLst>
                  <a:ext uri="{FF2B5EF4-FFF2-40B4-BE49-F238E27FC236}">
                    <a16:creationId xmlns:a16="http://schemas.microsoft.com/office/drawing/2014/main" id="{BD24103B-9D78-EB7E-D8FE-31451A5B3B63}"/>
                  </a:ext>
                </a:extLst>
              </p:cNvPr>
              <p:cNvSpPr/>
              <p:nvPr/>
            </p:nvSpPr>
            <p:spPr>
              <a:xfrm>
                <a:off x="4455432" y="1564005"/>
                <a:ext cx="619488" cy="196216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42000"/>
                </a:schemeClr>
              </a:solidFill>
              <a:ln>
                <a:noFill/>
              </a:ln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sp>
          <p:nvSpPr>
            <p:cNvPr id="13" name="Прямоугольник 12">
              <a:extLst>
                <a:ext uri="{FF2B5EF4-FFF2-40B4-BE49-F238E27FC236}">
                  <a16:creationId xmlns:a16="http://schemas.microsoft.com/office/drawing/2014/main" id="{D8EF88D3-B45D-D539-75C2-AE05EC0D0C6E}"/>
                </a:ext>
              </a:extLst>
            </p:cNvPr>
            <p:cNvSpPr/>
            <p:nvPr/>
          </p:nvSpPr>
          <p:spPr>
            <a:xfrm>
              <a:off x="4325206" y="3543301"/>
              <a:ext cx="418244" cy="182880"/>
            </a:xfrm>
            <a:prstGeom prst="rect">
              <a:avLst/>
            </a:prstGeom>
            <a:solidFill>
              <a:schemeClr val="accent2">
                <a:lumMod val="40000"/>
                <a:lumOff val="60000"/>
                <a:alpha val="42000"/>
              </a:schemeClr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" name="Прямоугольник 14">
              <a:extLst>
                <a:ext uri="{FF2B5EF4-FFF2-40B4-BE49-F238E27FC236}">
                  <a16:creationId xmlns:a16="http://schemas.microsoft.com/office/drawing/2014/main" id="{F7368B80-D072-1D43-44FD-9ADD81D909D9}"/>
                </a:ext>
              </a:extLst>
            </p:cNvPr>
            <p:cNvSpPr/>
            <p:nvPr/>
          </p:nvSpPr>
          <p:spPr>
            <a:xfrm>
              <a:off x="4315432" y="5638801"/>
              <a:ext cx="418244" cy="182880"/>
            </a:xfrm>
            <a:prstGeom prst="rect">
              <a:avLst/>
            </a:prstGeom>
            <a:solidFill>
              <a:schemeClr val="accent2">
                <a:lumMod val="40000"/>
                <a:lumOff val="60000"/>
                <a:alpha val="42000"/>
              </a:schemeClr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18" name="Прямоугольник: скругленные углы 4">
            <a:extLst>
              <a:ext uri="{FF2B5EF4-FFF2-40B4-BE49-F238E27FC236}">
                <a16:creationId xmlns:a16="http://schemas.microsoft.com/office/drawing/2014/main" id="{31AD5124-ED39-40B8-5376-43EA0FCEEE4E}"/>
              </a:ext>
            </a:extLst>
          </p:cNvPr>
          <p:cNvSpPr txBox="1"/>
          <p:nvPr/>
        </p:nvSpPr>
        <p:spPr>
          <a:xfrm>
            <a:off x="5928784" y="1624322"/>
            <a:ext cx="2586568" cy="180467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0" vert="horz" wrap="square" lIns="91440" tIns="91440" rIns="91440" bIns="91440" numCol="1" spcCol="1270" anchor="ctr" anchorCtr="0">
            <a:noAutofit/>
          </a:bodyPr>
          <a:lstStyle/>
          <a:p>
            <a:pPr lvl="0" algn="ctr" defTabSz="1600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ru-RU" sz="2000" kern="1200" dirty="0"/>
              <a:t>Когда много инициалов, </a:t>
            </a:r>
            <a:r>
              <a:rPr lang="en-US" sz="2000" kern="1200" dirty="0"/>
              <a:t>Stanza </a:t>
            </a:r>
            <a:r>
              <a:rPr lang="ru-RU" sz="2000" kern="1200" dirty="0"/>
              <a:t>не всегда распознает </a:t>
            </a:r>
            <a:r>
              <a:rPr lang="en-US" sz="2000" kern="1200" dirty="0"/>
              <a:t>NER</a:t>
            </a:r>
            <a:endParaRPr lang="ru-RU" sz="2000" kern="1200" dirty="0"/>
          </a:p>
        </p:txBody>
      </p:sp>
      <p:pic>
        <p:nvPicPr>
          <p:cNvPr id="19" name="Рисунок 18" descr="Назад со сплошной заливкой">
            <a:extLst>
              <a:ext uri="{FF2B5EF4-FFF2-40B4-BE49-F238E27FC236}">
                <a16:creationId xmlns:a16="http://schemas.microsoft.com/office/drawing/2014/main" id="{B8F210E2-FF72-CC2E-56B0-D4B0653FA18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40644" y="3327400"/>
            <a:ext cx="914400" cy="914400"/>
          </a:xfrm>
          <a:prstGeom prst="rect">
            <a:avLst/>
          </a:prstGeom>
        </p:spPr>
      </p:pic>
      <p:sp>
        <p:nvSpPr>
          <p:cNvPr id="20" name="Прямоугольник: скругленные углы 4">
            <a:extLst>
              <a:ext uri="{FF2B5EF4-FFF2-40B4-BE49-F238E27FC236}">
                <a16:creationId xmlns:a16="http://schemas.microsoft.com/office/drawing/2014/main" id="{414C6ABD-6907-7661-96E5-1AAB40F803FE}"/>
              </a:ext>
            </a:extLst>
          </p:cNvPr>
          <p:cNvSpPr txBox="1"/>
          <p:nvPr/>
        </p:nvSpPr>
        <p:spPr>
          <a:xfrm>
            <a:off x="5928784" y="4163695"/>
            <a:ext cx="2586568" cy="180467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0" vert="horz" wrap="square" lIns="91440" tIns="91440" rIns="91440" bIns="91440" numCol="1" spcCol="1270" anchor="ctr" anchorCtr="0">
            <a:noAutofit/>
          </a:bodyPr>
          <a:lstStyle/>
          <a:p>
            <a:pPr lvl="0" algn="ctr" defTabSz="1600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ru-RU" sz="2000" kern="1200" dirty="0"/>
              <a:t>З</a:t>
            </a:r>
            <a:r>
              <a:rPr lang="ru-RU" sz="2000" dirty="0"/>
              <a:t>аменяем такие слова на заглушку-</a:t>
            </a:r>
            <a:r>
              <a:rPr lang="en-US" sz="2000" dirty="0"/>
              <a:t>NER</a:t>
            </a:r>
            <a:r>
              <a:rPr lang="ru-RU" sz="2000" dirty="0"/>
              <a:t> (</a:t>
            </a:r>
            <a:r>
              <a:rPr lang="en-US" sz="2000" dirty="0"/>
              <a:t>Tom, Hanna…)</a:t>
            </a:r>
            <a:endParaRPr lang="ru-RU" sz="2000" kern="1200" dirty="0"/>
          </a:p>
        </p:txBody>
      </p:sp>
    </p:spTree>
    <p:extLst>
      <p:ext uri="{BB962C8B-B14F-4D97-AF65-F5344CB8AC3E}">
        <p14:creationId xmlns:p14="http://schemas.microsoft.com/office/powerpoint/2010/main" val="23845337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2F5875-1F70-12D8-0CE5-3421ACF12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/>
              <a:t>Фильтрация текста: особые случаи</a:t>
            </a:r>
          </a:p>
        </p:txBody>
      </p:sp>
      <p:sp>
        <p:nvSpPr>
          <p:cNvPr id="8" name="Прямоугольник: скругленные углы 4">
            <a:extLst>
              <a:ext uri="{FF2B5EF4-FFF2-40B4-BE49-F238E27FC236}">
                <a16:creationId xmlns:a16="http://schemas.microsoft.com/office/drawing/2014/main" id="{E1BB5EA5-ABF3-0994-AC74-A2166C04D93D}"/>
              </a:ext>
            </a:extLst>
          </p:cNvPr>
          <p:cNvSpPr txBox="1"/>
          <p:nvPr/>
        </p:nvSpPr>
        <p:spPr>
          <a:xfrm>
            <a:off x="4824115" y="1837686"/>
            <a:ext cx="3484034" cy="180467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0" vert="horz" wrap="square" lIns="91440" tIns="91440" rIns="91440" bIns="91440" numCol="1" spcCol="1270" anchor="ctr" anchorCtr="0">
            <a:noAutofit/>
          </a:bodyPr>
          <a:lstStyle/>
          <a:p>
            <a:pPr lvl="0" algn="ctr" defTabSz="1600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000" kern="1200" dirty="0"/>
              <a:t>Stanza </a:t>
            </a:r>
            <a:r>
              <a:rPr lang="ru-RU" sz="2000" kern="1200" dirty="0"/>
              <a:t>не всегда распознает в качестве </a:t>
            </a:r>
            <a:r>
              <a:rPr lang="en-US" sz="2000" kern="1200" dirty="0"/>
              <a:t>NER</a:t>
            </a:r>
            <a:r>
              <a:rPr lang="ru-RU" sz="2000" kern="1200" dirty="0"/>
              <a:t> названия компаний </a:t>
            </a:r>
          </a:p>
          <a:p>
            <a:pPr lvl="0" algn="ctr" defTabSz="1600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ru-RU" sz="2000" kern="1200" dirty="0"/>
              <a:t>(если они начинаются с аббревиатуры, если внутри названия цифры)</a:t>
            </a:r>
          </a:p>
        </p:txBody>
      </p:sp>
      <p:pic>
        <p:nvPicPr>
          <p:cNvPr id="10" name="Рисунок 9" descr="Назад со сплошной заливкой">
            <a:extLst>
              <a:ext uri="{FF2B5EF4-FFF2-40B4-BE49-F238E27FC236}">
                <a16:creationId xmlns:a16="http://schemas.microsoft.com/office/drawing/2014/main" id="{C1F985BD-C747-DF17-47DF-3622EFECD1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68040" y="3739515"/>
            <a:ext cx="914400" cy="914400"/>
          </a:xfrm>
          <a:prstGeom prst="rect">
            <a:avLst/>
          </a:prstGeom>
        </p:spPr>
      </p:pic>
      <p:sp>
        <p:nvSpPr>
          <p:cNvPr id="11" name="Прямоугольник: скругленные углы 4">
            <a:extLst>
              <a:ext uri="{FF2B5EF4-FFF2-40B4-BE49-F238E27FC236}">
                <a16:creationId xmlns:a16="http://schemas.microsoft.com/office/drawing/2014/main" id="{43F11CA1-3D40-12C3-0B96-AB8767058CFD}"/>
              </a:ext>
            </a:extLst>
          </p:cNvPr>
          <p:cNvSpPr txBox="1"/>
          <p:nvPr/>
        </p:nvSpPr>
        <p:spPr>
          <a:xfrm>
            <a:off x="5272848" y="4443722"/>
            <a:ext cx="2586568" cy="180467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0" vert="horz" wrap="square" lIns="91440" tIns="91440" rIns="91440" bIns="91440" numCol="1" spcCol="1270" anchor="ctr" anchorCtr="0">
            <a:noAutofit/>
          </a:bodyPr>
          <a:lstStyle/>
          <a:p>
            <a:pPr lvl="0" algn="ctr" defTabSz="1600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ru-RU" sz="2000" dirty="0"/>
              <a:t>Заменяем такие слова на заглушку-</a:t>
            </a:r>
            <a:r>
              <a:rPr lang="en-US" sz="2000" dirty="0"/>
              <a:t>NER</a:t>
            </a:r>
            <a:r>
              <a:rPr lang="ru-RU" sz="2000" dirty="0"/>
              <a:t> (</a:t>
            </a:r>
            <a:r>
              <a:rPr lang="en-US" sz="2000" dirty="0"/>
              <a:t>Tom, Hanna…)</a:t>
            </a:r>
            <a:endParaRPr lang="ru-RU" sz="2000" kern="1200" dirty="0"/>
          </a:p>
        </p:txBody>
      </p:sp>
      <p:grpSp>
        <p:nvGrpSpPr>
          <p:cNvPr id="13" name="Группа 12">
            <a:extLst>
              <a:ext uri="{FF2B5EF4-FFF2-40B4-BE49-F238E27FC236}">
                <a16:creationId xmlns:a16="http://schemas.microsoft.com/office/drawing/2014/main" id="{3178C962-4DCC-2341-B243-C0DE69596805}"/>
              </a:ext>
            </a:extLst>
          </p:cNvPr>
          <p:cNvGrpSpPr/>
          <p:nvPr/>
        </p:nvGrpSpPr>
        <p:grpSpPr>
          <a:xfrm>
            <a:off x="1345117" y="1725930"/>
            <a:ext cx="3145761" cy="4941570"/>
            <a:chOff x="1345117" y="1725930"/>
            <a:chExt cx="3145761" cy="4941570"/>
          </a:xfrm>
        </p:grpSpPr>
        <p:grpSp>
          <p:nvGrpSpPr>
            <p:cNvPr id="9" name="Группа 8">
              <a:extLst>
                <a:ext uri="{FF2B5EF4-FFF2-40B4-BE49-F238E27FC236}">
                  <a16:creationId xmlns:a16="http://schemas.microsoft.com/office/drawing/2014/main" id="{FBFC622B-1343-94B1-FAA6-154734C92123}"/>
                </a:ext>
              </a:extLst>
            </p:cNvPr>
            <p:cNvGrpSpPr/>
            <p:nvPr/>
          </p:nvGrpSpPr>
          <p:grpSpPr>
            <a:xfrm>
              <a:off x="1345117" y="1725930"/>
              <a:ext cx="3145761" cy="4941570"/>
              <a:chOff x="902970" y="1760220"/>
              <a:chExt cx="3145761" cy="4941570"/>
            </a:xfrm>
          </p:grpSpPr>
          <p:pic>
            <p:nvPicPr>
              <p:cNvPr id="5" name="Рисунок 4">
                <a:extLst>
                  <a:ext uri="{FF2B5EF4-FFF2-40B4-BE49-F238E27FC236}">
                    <a16:creationId xmlns:a16="http://schemas.microsoft.com/office/drawing/2014/main" id="{8A7CAAFD-20BD-201F-9450-AF1D300BAD6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02970" y="1760220"/>
                <a:ext cx="3145761" cy="4941570"/>
              </a:xfrm>
              <a:prstGeom prst="rect">
                <a:avLst/>
              </a:prstGeom>
            </p:spPr>
          </p:pic>
          <p:sp>
            <p:nvSpPr>
              <p:cNvPr id="6" name="Прямоугольник 5">
                <a:extLst>
                  <a:ext uri="{FF2B5EF4-FFF2-40B4-BE49-F238E27FC236}">
                    <a16:creationId xmlns:a16="http://schemas.microsoft.com/office/drawing/2014/main" id="{A0A4060D-270C-89A1-5371-9153F1BCA11E}"/>
                  </a:ext>
                </a:extLst>
              </p:cNvPr>
              <p:cNvSpPr/>
              <p:nvPr/>
            </p:nvSpPr>
            <p:spPr>
              <a:xfrm>
                <a:off x="1624565" y="3800476"/>
                <a:ext cx="543096" cy="18288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42000"/>
                </a:schemeClr>
              </a:solidFill>
              <a:ln>
                <a:noFill/>
              </a:ln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7" name="Прямоугольник 6">
                <a:extLst>
                  <a:ext uri="{FF2B5EF4-FFF2-40B4-BE49-F238E27FC236}">
                    <a16:creationId xmlns:a16="http://schemas.microsoft.com/office/drawing/2014/main" id="{B5B21AFE-DE2C-EA9A-E4A5-1D229C6B191E}"/>
                  </a:ext>
                </a:extLst>
              </p:cNvPr>
              <p:cNvSpPr/>
              <p:nvPr/>
            </p:nvSpPr>
            <p:spPr>
              <a:xfrm>
                <a:off x="1624565" y="5853432"/>
                <a:ext cx="543096" cy="18288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42000"/>
                </a:schemeClr>
              </a:solidFill>
              <a:ln>
                <a:noFill/>
              </a:ln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id="{E4C6BDED-0CFE-AFDD-EF97-95F273C1935A}"/>
                </a:ext>
              </a:extLst>
            </p:cNvPr>
            <p:cNvSpPr/>
            <p:nvPr/>
          </p:nvSpPr>
          <p:spPr>
            <a:xfrm>
              <a:off x="2493432" y="1725930"/>
              <a:ext cx="1278468" cy="204470"/>
            </a:xfrm>
            <a:prstGeom prst="rect">
              <a:avLst/>
            </a:prstGeom>
            <a:solidFill>
              <a:schemeClr val="accent2">
                <a:lumMod val="40000"/>
                <a:lumOff val="60000"/>
                <a:alpha val="42000"/>
              </a:schemeClr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28870817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5A3B2C-7BDA-86FC-BBDF-E5EE753F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/>
              <a:t>Фильтрация текста: особые случаи</a:t>
            </a:r>
          </a:p>
        </p:txBody>
      </p:sp>
      <p:sp>
        <p:nvSpPr>
          <p:cNvPr id="14" name="Прямоугольник: скругленные углы 4">
            <a:extLst>
              <a:ext uri="{FF2B5EF4-FFF2-40B4-BE49-F238E27FC236}">
                <a16:creationId xmlns:a16="http://schemas.microsoft.com/office/drawing/2014/main" id="{A4F91DD1-7C84-5B09-863E-C17EDB0496E1}"/>
              </a:ext>
            </a:extLst>
          </p:cNvPr>
          <p:cNvSpPr txBox="1"/>
          <p:nvPr/>
        </p:nvSpPr>
        <p:spPr>
          <a:xfrm>
            <a:off x="-305455" y="6190025"/>
            <a:ext cx="8596668" cy="6876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0" vert="horz" wrap="square" lIns="91440" tIns="91440" rIns="91440" bIns="91440" numCol="1" spcCol="1270" anchor="ctr" anchorCtr="0">
            <a:noAutofit/>
          </a:bodyPr>
          <a:lstStyle/>
          <a:p>
            <a:pPr algn="ctr" defTabSz="1600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nl-NL" sz="15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https://nl.wikipedia.org/wiki/Lijst_van_afkortingen_voor_wetten_en_regelingen</a:t>
            </a:r>
            <a:endParaRPr lang="ru-RU" sz="15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" name="Прямоугольник: скругленные углы 4">
            <a:extLst>
              <a:ext uri="{FF2B5EF4-FFF2-40B4-BE49-F238E27FC236}">
                <a16:creationId xmlns:a16="http://schemas.microsoft.com/office/drawing/2014/main" id="{72F2E924-F175-8E5B-A435-C4DB309109CA}"/>
              </a:ext>
            </a:extLst>
          </p:cNvPr>
          <p:cNvSpPr txBox="1"/>
          <p:nvPr/>
        </p:nvSpPr>
        <p:spPr>
          <a:xfrm>
            <a:off x="2032288" y="3300911"/>
            <a:ext cx="5451494" cy="104820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0" vert="horz" wrap="square" lIns="91440" tIns="91440" rIns="91440" bIns="91440" numCol="1" spcCol="1270" anchor="ctr" anchorCtr="0">
            <a:noAutofit/>
          </a:bodyPr>
          <a:lstStyle/>
          <a:p>
            <a:pPr lvl="0" algn="ctr" defTabSz="1600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ru-RU" sz="2000" dirty="0"/>
              <a:t>сокращения названий нормативных актов</a:t>
            </a:r>
            <a:endParaRPr lang="ru-RU" sz="2000" kern="1200" dirty="0"/>
          </a:p>
        </p:txBody>
      </p:sp>
      <p:grpSp>
        <p:nvGrpSpPr>
          <p:cNvPr id="24" name="Группа 23">
            <a:extLst>
              <a:ext uri="{FF2B5EF4-FFF2-40B4-BE49-F238E27FC236}">
                <a16:creationId xmlns:a16="http://schemas.microsoft.com/office/drawing/2014/main" id="{FB03A87D-22B0-ABFC-717A-CCC97C83BFB6}"/>
              </a:ext>
            </a:extLst>
          </p:cNvPr>
          <p:cNvGrpSpPr/>
          <p:nvPr/>
        </p:nvGrpSpPr>
        <p:grpSpPr>
          <a:xfrm>
            <a:off x="3299083" y="4211191"/>
            <a:ext cx="2586568" cy="1871723"/>
            <a:chOff x="3299083" y="4211191"/>
            <a:chExt cx="2586568" cy="1871723"/>
          </a:xfrm>
        </p:grpSpPr>
        <p:pic>
          <p:nvPicPr>
            <p:cNvPr id="16" name="Рисунок 15" descr="Назад со сплошной заливкой">
              <a:extLst>
                <a:ext uri="{FF2B5EF4-FFF2-40B4-BE49-F238E27FC236}">
                  <a16:creationId xmlns:a16="http://schemas.microsoft.com/office/drawing/2014/main" id="{8D234D50-4337-6D1D-FE97-CA281029C00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135167" y="4211191"/>
              <a:ext cx="914400" cy="914400"/>
            </a:xfrm>
            <a:prstGeom prst="rect">
              <a:avLst/>
            </a:prstGeom>
          </p:spPr>
        </p:pic>
        <p:sp>
          <p:nvSpPr>
            <p:cNvPr id="17" name="Прямоугольник: скругленные углы 4">
              <a:extLst>
                <a:ext uri="{FF2B5EF4-FFF2-40B4-BE49-F238E27FC236}">
                  <a16:creationId xmlns:a16="http://schemas.microsoft.com/office/drawing/2014/main" id="{90752CF9-CF0F-F1A3-FD3F-C04C909364D2}"/>
                </a:ext>
              </a:extLst>
            </p:cNvPr>
            <p:cNvSpPr txBox="1"/>
            <p:nvPr/>
          </p:nvSpPr>
          <p:spPr>
            <a:xfrm>
              <a:off x="3299083" y="5034712"/>
              <a:ext cx="2586568" cy="104820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spcFirstLastPara="0" vert="horz" wrap="square" lIns="91440" tIns="91440" rIns="91440" bIns="91440" numCol="1" spcCol="1270" anchor="ctr" anchorCtr="0">
              <a:noAutofit/>
            </a:bodyPr>
            <a:lstStyle/>
            <a:p>
              <a:pPr lvl="0" algn="ctr" defTabSz="1600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2000" dirty="0"/>
                <a:t>Заменяем на заглушку (</a:t>
              </a:r>
              <a:r>
                <a:rPr lang="en-US" sz="2000" dirty="0" err="1"/>
                <a:t>wetboek</a:t>
              </a:r>
              <a:r>
                <a:rPr lang="en-US" sz="2000" dirty="0"/>
                <a:t>)</a:t>
              </a:r>
              <a:endParaRPr lang="ru-RU" sz="2000" kern="1200" dirty="0"/>
            </a:p>
          </p:txBody>
        </p:sp>
      </p:grpSp>
      <p:grpSp>
        <p:nvGrpSpPr>
          <p:cNvPr id="23" name="Группа 22">
            <a:extLst>
              <a:ext uri="{FF2B5EF4-FFF2-40B4-BE49-F238E27FC236}">
                <a16:creationId xmlns:a16="http://schemas.microsoft.com/office/drawing/2014/main" id="{4BC2F16B-1EAF-AA8C-AF5C-1B85B5643326}"/>
              </a:ext>
            </a:extLst>
          </p:cNvPr>
          <p:cNvGrpSpPr/>
          <p:nvPr/>
        </p:nvGrpSpPr>
        <p:grpSpPr>
          <a:xfrm>
            <a:off x="1550208" y="1563890"/>
            <a:ext cx="6508686" cy="1865110"/>
            <a:chOff x="1550208" y="1563890"/>
            <a:chExt cx="6508686" cy="1865110"/>
          </a:xfrm>
        </p:grpSpPr>
        <p:grpSp>
          <p:nvGrpSpPr>
            <p:cNvPr id="22" name="Группа 21">
              <a:extLst>
                <a:ext uri="{FF2B5EF4-FFF2-40B4-BE49-F238E27FC236}">
                  <a16:creationId xmlns:a16="http://schemas.microsoft.com/office/drawing/2014/main" id="{CA8AF6D1-8131-8B18-EDD0-84836A71843E}"/>
                </a:ext>
              </a:extLst>
            </p:cNvPr>
            <p:cNvGrpSpPr/>
            <p:nvPr/>
          </p:nvGrpSpPr>
          <p:grpSpPr>
            <a:xfrm>
              <a:off x="1550208" y="1563890"/>
              <a:ext cx="5047865" cy="1865110"/>
              <a:chOff x="1550208" y="1563890"/>
              <a:chExt cx="5047865" cy="1865110"/>
            </a:xfrm>
          </p:grpSpPr>
          <p:grpSp>
            <p:nvGrpSpPr>
              <p:cNvPr id="11" name="Группа 10">
                <a:extLst>
                  <a:ext uri="{FF2B5EF4-FFF2-40B4-BE49-F238E27FC236}">
                    <a16:creationId xmlns:a16="http://schemas.microsoft.com/office/drawing/2014/main" id="{2035DAA5-56E1-7C8A-CB35-ED517305142D}"/>
                  </a:ext>
                </a:extLst>
              </p:cNvPr>
              <p:cNvGrpSpPr/>
              <p:nvPr/>
            </p:nvGrpSpPr>
            <p:grpSpPr>
              <a:xfrm>
                <a:off x="2665741" y="1563890"/>
                <a:ext cx="3932332" cy="1865110"/>
                <a:chOff x="2883373" y="1602667"/>
                <a:chExt cx="3932332" cy="1865110"/>
              </a:xfrm>
            </p:grpSpPr>
            <p:sp>
              <p:nvSpPr>
                <p:cNvPr id="8" name="Прямоугольник: скругленные углы 4">
                  <a:extLst>
                    <a:ext uri="{FF2B5EF4-FFF2-40B4-BE49-F238E27FC236}">
                      <a16:creationId xmlns:a16="http://schemas.microsoft.com/office/drawing/2014/main" id="{77CCFD24-D315-A623-7B33-8F7CA066695A}"/>
                    </a:ext>
                  </a:extLst>
                </p:cNvPr>
                <p:cNvSpPr txBox="1"/>
                <p:nvPr/>
              </p:nvSpPr>
              <p:spPr>
                <a:xfrm>
                  <a:off x="5348338" y="2611416"/>
                  <a:ext cx="1467367" cy="687630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spcFirstLastPara="0" vert="horz" wrap="square" lIns="91440" tIns="91440" rIns="91440" bIns="91440" numCol="1" spcCol="1270" anchor="ctr" anchorCtr="0">
                  <a:noAutofit/>
                </a:bodyPr>
                <a:lstStyle/>
                <a:p>
                  <a:pPr lvl="0" algn="ctr" defTabSz="16002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</a:pPr>
                  <a:r>
                    <a:rPr lang="en-US" sz="2000" dirty="0"/>
                    <a:t>AVV</a:t>
                  </a:r>
                  <a:endParaRPr lang="ru-RU" sz="2000" kern="1200" dirty="0"/>
                </a:p>
              </p:txBody>
            </p:sp>
            <p:grpSp>
              <p:nvGrpSpPr>
                <p:cNvPr id="10" name="Группа 9">
                  <a:extLst>
                    <a:ext uri="{FF2B5EF4-FFF2-40B4-BE49-F238E27FC236}">
                      <a16:creationId xmlns:a16="http://schemas.microsoft.com/office/drawing/2014/main" id="{08745365-FFC4-E6F0-B457-BE0CFAC37798}"/>
                    </a:ext>
                  </a:extLst>
                </p:cNvPr>
                <p:cNvGrpSpPr/>
                <p:nvPr/>
              </p:nvGrpSpPr>
              <p:grpSpPr>
                <a:xfrm>
                  <a:off x="2883373" y="1602667"/>
                  <a:ext cx="3022452" cy="1865110"/>
                  <a:chOff x="2883373" y="1602667"/>
                  <a:chExt cx="3022452" cy="1865110"/>
                </a:xfrm>
              </p:grpSpPr>
              <p:sp>
                <p:nvSpPr>
                  <p:cNvPr id="6" name="Прямоугольник: скругленные углы 4">
                    <a:extLst>
                      <a:ext uri="{FF2B5EF4-FFF2-40B4-BE49-F238E27FC236}">
                        <a16:creationId xmlns:a16="http://schemas.microsoft.com/office/drawing/2014/main" id="{14EC7389-DD0C-E48A-27F1-D23D32949620}"/>
                      </a:ext>
                    </a:extLst>
                  </p:cNvPr>
                  <p:cNvSpPr txBox="1"/>
                  <p:nvPr/>
                </p:nvSpPr>
                <p:spPr>
                  <a:xfrm>
                    <a:off x="4438458" y="1602667"/>
                    <a:ext cx="1467367" cy="68763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/>
                  </a:lnRef>
                  <a:fillRef idx="1">
                    <a:schemeClr val="lt1"/>
                  </a:fillRef>
                  <a:effectRef idx="0">
                    <a:schemeClr val="accent1"/>
                  </a:effectRef>
                  <a:fontRef idx="minor">
                    <a:schemeClr val="dk1"/>
                  </a:fontRef>
                </p:style>
                <p:txBody>
                  <a:bodyPr spcFirstLastPara="0" vert="horz" wrap="square" lIns="91440" tIns="91440" rIns="91440" bIns="91440" numCol="1" spcCol="1270" anchor="ctr" anchorCtr="0">
                    <a:noAutofit/>
                  </a:bodyPr>
                  <a:lstStyle/>
                  <a:p>
                    <a:pPr lvl="0" algn="ctr" defTabSz="1600200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</a:pPr>
                    <a:r>
                      <a:rPr lang="ru-RU" sz="2000" dirty="0" err="1"/>
                      <a:t>Wvggz</a:t>
                    </a:r>
                    <a:endParaRPr lang="ru-RU" sz="2000" kern="1200" dirty="0"/>
                  </a:p>
                </p:txBody>
              </p:sp>
              <p:sp>
                <p:nvSpPr>
                  <p:cNvPr id="7" name="Прямоугольник: скругленные углы 4">
                    <a:extLst>
                      <a:ext uri="{FF2B5EF4-FFF2-40B4-BE49-F238E27FC236}">
                        <a16:creationId xmlns:a16="http://schemas.microsoft.com/office/drawing/2014/main" id="{139C0EAE-2837-0253-2C0E-13CB11AE5D35}"/>
                      </a:ext>
                    </a:extLst>
                  </p:cNvPr>
                  <p:cNvSpPr txBox="1"/>
                  <p:nvPr/>
                </p:nvSpPr>
                <p:spPr>
                  <a:xfrm>
                    <a:off x="2883373" y="2413826"/>
                    <a:ext cx="1467367" cy="68763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/>
                  </a:lnRef>
                  <a:fillRef idx="1">
                    <a:schemeClr val="lt1"/>
                  </a:fillRef>
                  <a:effectRef idx="0">
                    <a:schemeClr val="accent1"/>
                  </a:effectRef>
                  <a:fontRef idx="minor">
                    <a:schemeClr val="dk1"/>
                  </a:fontRef>
                </p:style>
                <p:txBody>
                  <a:bodyPr spcFirstLastPara="0" vert="horz" wrap="square" lIns="91440" tIns="91440" rIns="91440" bIns="91440" numCol="1" spcCol="1270" anchor="ctr" anchorCtr="0">
                    <a:noAutofit/>
                  </a:bodyPr>
                  <a:lstStyle/>
                  <a:p>
                    <a:pPr lvl="0" algn="ctr" defTabSz="1600200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</a:pPr>
                    <a:r>
                      <a:rPr lang="nl-NL" sz="2000" dirty="0"/>
                      <a:t>AWBZ</a:t>
                    </a:r>
                    <a:endParaRPr lang="ru-RU" sz="2000" kern="1200" dirty="0"/>
                  </a:p>
                </p:txBody>
              </p:sp>
              <p:sp>
                <p:nvSpPr>
                  <p:cNvPr id="9" name="Прямоугольник: скругленные углы 4">
                    <a:extLst>
                      <a:ext uri="{FF2B5EF4-FFF2-40B4-BE49-F238E27FC236}">
                        <a16:creationId xmlns:a16="http://schemas.microsoft.com/office/drawing/2014/main" id="{597B929D-37DE-EE13-E7D7-5773F9BEFF9F}"/>
                      </a:ext>
                    </a:extLst>
                  </p:cNvPr>
                  <p:cNvSpPr txBox="1"/>
                  <p:nvPr/>
                </p:nvSpPr>
                <p:spPr>
                  <a:xfrm>
                    <a:off x="4438458" y="2442685"/>
                    <a:ext cx="1074419" cy="102509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/>
                  </a:lnRef>
                  <a:fillRef idx="1">
                    <a:schemeClr val="lt1"/>
                  </a:fillRef>
                  <a:effectRef idx="0">
                    <a:schemeClr val="accent1"/>
                  </a:effectRef>
                  <a:fontRef idx="minor">
                    <a:schemeClr val="dk1"/>
                  </a:fontRef>
                </p:style>
                <p:txBody>
                  <a:bodyPr spcFirstLastPara="0" vert="horz" wrap="square" lIns="91440" tIns="91440" rIns="91440" bIns="91440" numCol="1" spcCol="1270" anchor="ctr" anchorCtr="0">
                    <a:noAutofit/>
                  </a:bodyPr>
                  <a:lstStyle/>
                  <a:p>
                    <a:pPr lvl="0" algn="ctr" defTabSz="1600200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</a:pPr>
                    <a:r>
                      <a:rPr lang="ru-RU" sz="7000" kern="1200" dirty="0"/>
                      <a:t>?</a:t>
                    </a:r>
                  </a:p>
                </p:txBody>
              </p:sp>
            </p:grpSp>
          </p:grpSp>
          <p:sp>
            <p:nvSpPr>
              <p:cNvPr id="20" name="Прямоугольник: скругленные углы 4">
                <a:extLst>
                  <a:ext uri="{FF2B5EF4-FFF2-40B4-BE49-F238E27FC236}">
                    <a16:creationId xmlns:a16="http://schemas.microsoft.com/office/drawing/2014/main" id="{E9DD0E82-3017-D849-B9BB-4EE19DCBDB43}"/>
                  </a:ext>
                </a:extLst>
              </p:cNvPr>
              <p:cNvSpPr txBox="1"/>
              <p:nvPr/>
            </p:nvSpPr>
            <p:spPr>
              <a:xfrm>
                <a:off x="1550208" y="1673074"/>
                <a:ext cx="1467367" cy="68763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spcFirstLastPara="0" vert="horz" wrap="square" lIns="91440" tIns="91440" rIns="91440" bIns="91440" numCol="1" spcCol="1270" anchor="ctr" anchorCtr="0">
                <a:noAutofit/>
              </a:bodyPr>
              <a:lstStyle/>
              <a:p>
                <a:pPr lvl="0" algn="ctr" defTabSz="16002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ru-RU" sz="2000" dirty="0" err="1"/>
                  <a:t>Zvw</a:t>
                </a:r>
                <a:endParaRPr lang="ru-RU" sz="2000" kern="1200" dirty="0"/>
              </a:p>
            </p:txBody>
          </p:sp>
        </p:grpSp>
        <p:sp>
          <p:nvSpPr>
            <p:cNvPr id="21" name="Прямоугольник: скругленные углы 4">
              <a:extLst>
                <a:ext uri="{FF2B5EF4-FFF2-40B4-BE49-F238E27FC236}">
                  <a16:creationId xmlns:a16="http://schemas.microsoft.com/office/drawing/2014/main" id="{4FD096B6-BDFC-2F39-C392-E45B0913E8C7}"/>
                </a:ext>
              </a:extLst>
            </p:cNvPr>
            <p:cNvSpPr txBox="1"/>
            <p:nvPr/>
          </p:nvSpPr>
          <p:spPr>
            <a:xfrm>
              <a:off x="6591527" y="1701811"/>
              <a:ext cx="1467367" cy="68763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spcFirstLastPara="0" vert="horz" wrap="square" lIns="91440" tIns="91440" rIns="91440" bIns="91440" numCol="1" spcCol="1270" anchor="ctr" anchorCtr="0">
              <a:noAutofit/>
            </a:bodyPr>
            <a:lstStyle/>
            <a:p>
              <a:pPr lvl="0" algn="ctr" defTabSz="1600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000" dirty="0"/>
                <a:t>WHW</a:t>
              </a:r>
              <a:endParaRPr lang="ru-RU" sz="2000" kern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1283262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FFE31E-1DB2-CEF1-87F7-A9433D340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/>
              <a:t>Фильтрация текста: особые случаи</a:t>
            </a:r>
          </a:p>
        </p:txBody>
      </p:sp>
      <p:sp>
        <p:nvSpPr>
          <p:cNvPr id="16" name="Прямоугольник: скругленные углы 4">
            <a:extLst>
              <a:ext uri="{FF2B5EF4-FFF2-40B4-BE49-F238E27FC236}">
                <a16:creationId xmlns:a16="http://schemas.microsoft.com/office/drawing/2014/main" id="{D2409CB6-4D73-9D7D-4689-A35C7F770E23}"/>
              </a:ext>
            </a:extLst>
          </p:cNvPr>
          <p:cNvSpPr txBox="1"/>
          <p:nvPr/>
        </p:nvSpPr>
        <p:spPr>
          <a:xfrm>
            <a:off x="2158288" y="4948284"/>
            <a:ext cx="4720360" cy="180467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0" vert="horz" wrap="square" lIns="91440" tIns="91440" rIns="91440" bIns="91440" numCol="1" spcCol="1270" anchor="ctr" anchorCtr="0">
            <a:noAutofit/>
          </a:bodyPr>
          <a:lstStyle/>
          <a:p>
            <a:pPr lvl="0" algn="ctr" defTabSz="1600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ru-RU" sz="2000" dirty="0"/>
              <a:t>Заменяем такие слова на заглушку-</a:t>
            </a:r>
            <a:r>
              <a:rPr lang="en-US" sz="2000" dirty="0"/>
              <a:t>NER</a:t>
            </a:r>
            <a:r>
              <a:rPr lang="ru-RU" sz="2000" dirty="0"/>
              <a:t> (</a:t>
            </a:r>
            <a:r>
              <a:rPr lang="en-US" sz="2000" dirty="0"/>
              <a:t>Tom, Amsterdam…)</a:t>
            </a:r>
            <a:endParaRPr lang="ru-RU" sz="2000" kern="1200" dirty="0"/>
          </a:p>
        </p:txBody>
      </p:sp>
      <p:pic>
        <p:nvPicPr>
          <p:cNvPr id="20" name="Рисунок 19" descr="Назад со сплошной заливкой">
            <a:extLst>
              <a:ext uri="{FF2B5EF4-FFF2-40B4-BE49-F238E27FC236}">
                <a16:creationId xmlns:a16="http://schemas.microsoft.com/office/drawing/2014/main" id="{CBD05E46-208C-C625-F303-92DC2C9F1D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61268" y="4363258"/>
            <a:ext cx="914400" cy="914400"/>
          </a:xfrm>
          <a:prstGeom prst="rect">
            <a:avLst/>
          </a:prstGeom>
        </p:spPr>
      </p:pic>
      <p:grpSp>
        <p:nvGrpSpPr>
          <p:cNvPr id="28" name="Группа 27">
            <a:extLst>
              <a:ext uri="{FF2B5EF4-FFF2-40B4-BE49-F238E27FC236}">
                <a16:creationId xmlns:a16="http://schemas.microsoft.com/office/drawing/2014/main" id="{5D8C99EB-2B25-3951-8941-29775C4C9653}"/>
              </a:ext>
            </a:extLst>
          </p:cNvPr>
          <p:cNvGrpSpPr/>
          <p:nvPr/>
        </p:nvGrpSpPr>
        <p:grpSpPr>
          <a:xfrm>
            <a:off x="750053" y="1729315"/>
            <a:ext cx="8565397" cy="2591225"/>
            <a:chOff x="430013" y="1729315"/>
            <a:chExt cx="8565397" cy="2591225"/>
          </a:xfrm>
        </p:grpSpPr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516CEF45-9A59-E2D6-250E-1204B8E29663}"/>
                </a:ext>
              </a:extLst>
            </p:cNvPr>
            <p:cNvGrpSpPr/>
            <p:nvPr/>
          </p:nvGrpSpPr>
          <p:grpSpPr>
            <a:xfrm>
              <a:off x="5557417" y="2122588"/>
              <a:ext cx="3437993" cy="1133766"/>
              <a:chOff x="5557417" y="2122588"/>
              <a:chExt cx="3437993" cy="1133766"/>
            </a:xfrm>
          </p:grpSpPr>
          <p:pic>
            <p:nvPicPr>
              <p:cNvPr id="13" name="Рисунок 12" descr="Стрелка: прямо со сплошной заливкой">
                <a:extLst>
                  <a:ext uri="{FF2B5EF4-FFF2-40B4-BE49-F238E27FC236}">
                    <a16:creationId xmlns:a16="http://schemas.microsoft.com/office/drawing/2014/main" id="{0C00D83C-A534-6502-EFA6-9F3CD73B11A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 rot="9796059">
                <a:off x="5557417" y="2659485"/>
                <a:ext cx="832970" cy="296698"/>
              </a:xfrm>
              <a:prstGeom prst="rect">
                <a:avLst/>
              </a:prstGeom>
            </p:spPr>
          </p:pic>
          <p:sp>
            <p:nvSpPr>
              <p:cNvPr id="18" name="Прямоугольник: скругленные углы 4">
                <a:extLst>
                  <a:ext uri="{FF2B5EF4-FFF2-40B4-BE49-F238E27FC236}">
                    <a16:creationId xmlns:a16="http://schemas.microsoft.com/office/drawing/2014/main" id="{5B8A34CB-037F-5407-5971-6235FB86331F}"/>
                  </a:ext>
                </a:extLst>
              </p:cNvPr>
              <p:cNvSpPr txBox="1"/>
              <p:nvPr/>
            </p:nvSpPr>
            <p:spPr>
              <a:xfrm>
                <a:off x="6588154" y="2122588"/>
                <a:ext cx="2407256" cy="113376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spcFirstLastPara="0" vert="horz" wrap="square" lIns="91440" tIns="91440" rIns="91440" bIns="91440" numCol="1" spcCol="1270" anchor="ctr" anchorCtr="0">
                <a:noAutofit/>
              </a:bodyPr>
              <a:lstStyle/>
              <a:p>
                <a:pPr lvl="0" algn="ctr" defTabSz="16002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ru-RU" sz="2000" dirty="0"/>
                  <a:t>о</a:t>
                </a:r>
                <a:r>
                  <a:rPr lang="ru-RU" sz="2000" kern="1200" dirty="0"/>
                  <a:t>безличенное место жительства</a:t>
                </a:r>
              </a:p>
            </p:txBody>
          </p:sp>
        </p:grpSp>
        <p:grpSp>
          <p:nvGrpSpPr>
            <p:cNvPr id="26" name="Группа 25">
              <a:extLst>
                <a:ext uri="{FF2B5EF4-FFF2-40B4-BE49-F238E27FC236}">
                  <a16:creationId xmlns:a16="http://schemas.microsoft.com/office/drawing/2014/main" id="{751C4E51-0AD4-1CC1-FEA5-4229D0E8099F}"/>
                </a:ext>
              </a:extLst>
            </p:cNvPr>
            <p:cNvGrpSpPr/>
            <p:nvPr/>
          </p:nvGrpSpPr>
          <p:grpSpPr>
            <a:xfrm>
              <a:off x="430013" y="2664040"/>
              <a:ext cx="2809341" cy="1395762"/>
              <a:chOff x="430013" y="2664040"/>
              <a:chExt cx="2809341" cy="1395762"/>
            </a:xfrm>
          </p:grpSpPr>
          <p:sp>
            <p:nvSpPr>
              <p:cNvPr id="19" name="Прямоугольник: скругленные углы 4">
                <a:extLst>
                  <a:ext uri="{FF2B5EF4-FFF2-40B4-BE49-F238E27FC236}">
                    <a16:creationId xmlns:a16="http://schemas.microsoft.com/office/drawing/2014/main" id="{F7659F2E-3B5A-410D-92A8-159076971B3F}"/>
                  </a:ext>
                </a:extLst>
              </p:cNvPr>
              <p:cNvSpPr txBox="1"/>
              <p:nvPr/>
            </p:nvSpPr>
            <p:spPr>
              <a:xfrm>
                <a:off x="430013" y="2926036"/>
                <a:ext cx="2107447" cy="113376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spcFirstLastPara="0" vert="horz" wrap="square" lIns="91440" tIns="91440" rIns="91440" bIns="91440" numCol="1" spcCol="1270" anchor="ctr" anchorCtr="0">
                <a:noAutofit/>
              </a:bodyPr>
              <a:lstStyle/>
              <a:p>
                <a:pPr lvl="0" algn="ctr" defTabSz="16002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ru-RU" sz="2000" dirty="0"/>
                  <a:t>обезличенное имя </a:t>
                </a:r>
                <a:endParaRPr lang="ru-RU" sz="2000" kern="1200" dirty="0"/>
              </a:p>
            </p:txBody>
          </p:sp>
          <p:pic>
            <p:nvPicPr>
              <p:cNvPr id="11" name="Рисунок 10" descr="Стрелка: небольшой изгиб со сплошной заливкой">
                <a:extLst>
                  <a:ext uri="{FF2B5EF4-FFF2-40B4-BE49-F238E27FC236}">
                    <a16:creationId xmlns:a16="http://schemas.microsoft.com/office/drawing/2014/main" id="{75C18A8F-0DEA-91EF-E98E-5E26A8E5A83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 rot="9841221">
                <a:off x="2416409" y="2664040"/>
                <a:ext cx="822945" cy="382028"/>
              </a:xfrm>
              <a:prstGeom prst="rect">
                <a:avLst/>
              </a:prstGeom>
            </p:spPr>
          </p:pic>
        </p:grpSp>
        <p:grpSp>
          <p:nvGrpSpPr>
            <p:cNvPr id="23" name="Группа 22">
              <a:extLst>
                <a:ext uri="{FF2B5EF4-FFF2-40B4-BE49-F238E27FC236}">
                  <a16:creationId xmlns:a16="http://schemas.microsoft.com/office/drawing/2014/main" id="{994851E3-7941-52CB-1F8C-7BCDADED9E5F}"/>
                </a:ext>
              </a:extLst>
            </p:cNvPr>
            <p:cNvGrpSpPr/>
            <p:nvPr/>
          </p:nvGrpSpPr>
          <p:grpSpPr>
            <a:xfrm>
              <a:off x="3318731" y="1729315"/>
              <a:ext cx="2213609" cy="2591225"/>
              <a:chOff x="3318731" y="1729315"/>
              <a:chExt cx="2213609" cy="2591225"/>
            </a:xfrm>
          </p:grpSpPr>
          <p:pic>
            <p:nvPicPr>
              <p:cNvPr id="15" name="Рисунок 14">
                <a:extLst>
                  <a:ext uri="{FF2B5EF4-FFF2-40B4-BE49-F238E27FC236}">
                    <a16:creationId xmlns:a16="http://schemas.microsoft.com/office/drawing/2014/main" id="{C9C2793C-4D2A-CFAC-88D6-97CFC8F469F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50000" b="41167"/>
              <a:stretch>
                <a:fillRect/>
              </a:stretch>
            </p:blipFill>
            <p:spPr>
              <a:xfrm>
                <a:off x="3318731" y="1729315"/>
                <a:ext cx="2213609" cy="2591225"/>
              </a:xfrm>
              <a:prstGeom prst="rect">
                <a:avLst/>
              </a:prstGeom>
            </p:spPr>
          </p:pic>
          <p:sp>
            <p:nvSpPr>
              <p:cNvPr id="21" name="Прямоугольник 20">
                <a:extLst>
                  <a:ext uri="{FF2B5EF4-FFF2-40B4-BE49-F238E27FC236}">
                    <a16:creationId xmlns:a16="http://schemas.microsoft.com/office/drawing/2014/main" id="{81B6976D-DEC0-F508-3AD4-F291CE9CA6A8}"/>
                  </a:ext>
                </a:extLst>
              </p:cNvPr>
              <p:cNvSpPr/>
              <p:nvPr/>
            </p:nvSpPr>
            <p:spPr>
              <a:xfrm>
                <a:off x="3792736" y="2649640"/>
                <a:ext cx="790693" cy="17357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42000"/>
                </a:schemeClr>
              </a:solidFill>
              <a:ln>
                <a:noFill/>
              </a:ln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2" name="Прямоугольник 21">
                <a:extLst>
                  <a:ext uri="{FF2B5EF4-FFF2-40B4-BE49-F238E27FC236}">
                    <a16:creationId xmlns:a16="http://schemas.microsoft.com/office/drawing/2014/main" id="{FC5DAE09-E455-60FA-398F-334AB0FEBE4F}"/>
                  </a:ext>
                </a:extLst>
              </p:cNvPr>
              <p:cNvSpPr/>
              <p:nvPr/>
            </p:nvSpPr>
            <p:spPr>
              <a:xfrm>
                <a:off x="4432646" y="2997830"/>
                <a:ext cx="927004" cy="176994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42000"/>
                </a:schemeClr>
              </a:solidFill>
              <a:ln>
                <a:noFill/>
              </a:ln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691686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A30F25-2789-2536-9CF4-1F4755347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/>
              <a:t>Фильтрация текста: особые случаи</a:t>
            </a:r>
          </a:p>
        </p:txBody>
      </p:sp>
      <p:sp>
        <p:nvSpPr>
          <p:cNvPr id="4" name="Прямоугольник: скругленные углы 4">
            <a:extLst>
              <a:ext uri="{FF2B5EF4-FFF2-40B4-BE49-F238E27FC236}">
                <a16:creationId xmlns:a16="http://schemas.microsoft.com/office/drawing/2014/main" id="{027D5FFF-576F-3D6B-6F10-EE0ADA705B69}"/>
              </a:ext>
            </a:extLst>
          </p:cNvPr>
          <p:cNvSpPr txBox="1"/>
          <p:nvPr/>
        </p:nvSpPr>
        <p:spPr>
          <a:xfrm>
            <a:off x="677334" y="3536454"/>
            <a:ext cx="3248324" cy="193862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0" vert="horz" wrap="square" lIns="91440" tIns="91440" rIns="91440" bIns="91440" numCol="1" spcCol="1270" anchor="ctr" anchorCtr="0">
            <a:noAutofit/>
          </a:bodyPr>
          <a:lstStyle/>
          <a:p>
            <a:pPr lvl="0" algn="ctr" defTabSz="1600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ru-RU" sz="2000" dirty="0"/>
              <a:t>Слова в квадратных скобках – не всегда обезличивание, и</a:t>
            </a:r>
            <a:r>
              <a:rPr lang="ru-RU" sz="2000" kern="1200" dirty="0"/>
              <a:t>ногда это исправление опечаток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5CC85E41-9CE0-FFDD-7C6E-0252EC553CEF}"/>
              </a:ext>
            </a:extLst>
          </p:cNvPr>
          <p:cNvSpPr txBox="1"/>
          <p:nvPr/>
        </p:nvSpPr>
        <p:spPr>
          <a:xfrm>
            <a:off x="790236" y="2147168"/>
            <a:ext cx="1828799" cy="7332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0" vert="horz" wrap="square" lIns="91440" tIns="91440" rIns="91440" bIns="91440" numCol="1" spcCol="1270" anchor="ctr" anchorCtr="0">
            <a:noAutofit/>
          </a:bodyPr>
          <a:lstStyle/>
          <a:p>
            <a:pPr marL="0" lvl="0" indent="0" algn="ctr" defTabSz="1600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ru-RU" sz="3600" kern="1200" dirty="0"/>
              <a:t>НО!</a:t>
            </a:r>
          </a:p>
        </p:txBody>
      </p:sp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1DD34330-1D80-A025-A54F-C03026CA0852}"/>
              </a:ext>
            </a:extLst>
          </p:cNvPr>
          <p:cNvGrpSpPr/>
          <p:nvPr/>
        </p:nvGrpSpPr>
        <p:grpSpPr>
          <a:xfrm>
            <a:off x="2414398" y="1809305"/>
            <a:ext cx="4857790" cy="1320800"/>
            <a:chOff x="1954490" y="2569240"/>
            <a:chExt cx="4194850" cy="1128420"/>
          </a:xfrm>
        </p:grpSpPr>
        <p:pic>
          <p:nvPicPr>
            <p:cNvPr id="7" name="Рисунок 6">
              <a:extLst>
                <a:ext uri="{FF2B5EF4-FFF2-40B4-BE49-F238E27FC236}">
                  <a16:creationId xmlns:a16="http://schemas.microsoft.com/office/drawing/2014/main" id="{2C05FD7E-5AAE-5980-8D4D-DE302B7DC42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7942" b="15860"/>
            <a:stretch>
              <a:fillRect/>
            </a:stretch>
          </p:blipFill>
          <p:spPr>
            <a:xfrm>
              <a:off x="1954490" y="2569240"/>
              <a:ext cx="4194850" cy="1128420"/>
            </a:xfrm>
            <a:prstGeom prst="rect">
              <a:avLst/>
            </a:prstGeom>
          </p:spPr>
        </p:pic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EDE8D79A-8006-054D-B100-6C7CCB92A178}"/>
                </a:ext>
              </a:extLst>
            </p:cNvPr>
            <p:cNvSpPr/>
            <p:nvPr/>
          </p:nvSpPr>
          <p:spPr>
            <a:xfrm>
              <a:off x="4580321" y="2857892"/>
              <a:ext cx="208849" cy="125338"/>
            </a:xfrm>
            <a:prstGeom prst="rect">
              <a:avLst/>
            </a:prstGeom>
            <a:solidFill>
              <a:schemeClr val="accent2">
                <a:lumMod val="40000"/>
                <a:lumOff val="60000"/>
                <a:alpha val="42000"/>
              </a:schemeClr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5065034C-014F-62AE-F937-B82358BF059B}"/>
                </a:ext>
              </a:extLst>
            </p:cNvPr>
            <p:cNvSpPr/>
            <p:nvPr/>
          </p:nvSpPr>
          <p:spPr>
            <a:xfrm>
              <a:off x="4628296" y="3271882"/>
              <a:ext cx="378044" cy="199034"/>
            </a:xfrm>
            <a:prstGeom prst="rect">
              <a:avLst/>
            </a:prstGeom>
            <a:solidFill>
              <a:schemeClr val="accent2">
                <a:lumMod val="40000"/>
                <a:lumOff val="60000"/>
                <a:alpha val="42000"/>
              </a:schemeClr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pic>
        <p:nvPicPr>
          <p:cNvPr id="11" name="Рисунок 10" descr="Назад со сплошной заливкой">
            <a:extLst>
              <a:ext uri="{FF2B5EF4-FFF2-40B4-BE49-F238E27FC236}">
                <a16:creationId xmlns:a16="http://schemas.microsoft.com/office/drawing/2014/main" id="{FF546A94-FE44-FA72-75B6-94FF8EB109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89530" y="4048567"/>
            <a:ext cx="914400" cy="914400"/>
          </a:xfrm>
          <a:prstGeom prst="rect">
            <a:avLst/>
          </a:prstGeom>
        </p:spPr>
      </p:pic>
      <p:sp>
        <p:nvSpPr>
          <p:cNvPr id="12" name="Прямоугольник: скругленные углы 4">
            <a:extLst>
              <a:ext uri="{FF2B5EF4-FFF2-40B4-BE49-F238E27FC236}">
                <a16:creationId xmlns:a16="http://schemas.microsoft.com/office/drawing/2014/main" id="{61E2787F-6CF8-2CA2-7641-AA2C2B084BA5}"/>
              </a:ext>
            </a:extLst>
          </p:cNvPr>
          <p:cNvSpPr txBox="1"/>
          <p:nvPr/>
        </p:nvSpPr>
        <p:spPr>
          <a:xfrm>
            <a:off x="5259242" y="3536453"/>
            <a:ext cx="3248324" cy="193862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0" vert="horz" wrap="square" lIns="91440" tIns="91440" rIns="91440" bIns="91440" numCol="1" spcCol="1270" anchor="ctr" anchorCtr="0">
            <a:noAutofit/>
          </a:bodyPr>
          <a:lstStyle/>
          <a:p>
            <a:pPr lvl="0" algn="ctr" defTabSz="1600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ru-RU" sz="2000" dirty="0"/>
              <a:t>Предварительно собраны все слова в квадратных скобках и определено, на какие нужно ставить заглушку, а на какие нет</a:t>
            </a:r>
            <a:endParaRPr lang="ru-RU" sz="2000" kern="1200" dirty="0"/>
          </a:p>
        </p:txBody>
      </p:sp>
    </p:spTree>
    <p:extLst>
      <p:ext uri="{BB962C8B-B14F-4D97-AF65-F5344CB8AC3E}">
        <p14:creationId xmlns:p14="http://schemas.microsoft.com/office/powerpoint/2010/main" val="32132608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870CA6-F198-A52F-D0C6-D9DB58BB4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/>
              <a:t>Подсчет </a:t>
            </a:r>
            <a:r>
              <a:rPr lang="en-US" sz="3200" dirty="0"/>
              <a:t>TTR</a:t>
            </a:r>
            <a:endParaRPr lang="ru-RU" sz="32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7FA5EAD-C6E7-602C-D47C-4CB23D3E18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068" y="1672590"/>
            <a:ext cx="3642360" cy="4038600"/>
          </a:xfrm>
          <a:prstGeom prst="rect">
            <a:avLst/>
          </a:prstGeom>
        </p:spPr>
      </p:pic>
      <p:grpSp>
        <p:nvGrpSpPr>
          <p:cNvPr id="20" name="Группа 19">
            <a:extLst>
              <a:ext uri="{FF2B5EF4-FFF2-40B4-BE49-F238E27FC236}">
                <a16:creationId xmlns:a16="http://schemas.microsoft.com/office/drawing/2014/main" id="{D6607268-BB13-EE72-5060-0CF9B39E1004}"/>
              </a:ext>
            </a:extLst>
          </p:cNvPr>
          <p:cNvGrpSpPr/>
          <p:nvPr/>
        </p:nvGrpSpPr>
        <p:grpSpPr>
          <a:xfrm>
            <a:off x="4777740" y="1682115"/>
            <a:ext cx="4527126" cy="4095440"/>
            <a:chOff x="5063490" y="1682115"/>
            <a:chExt cx="4527126" cy="4095440"/>
          </a:xfrm>
        </p:grpSpPr>
        <p:sp>
          <p:nvSpPr>
            <p:cNvPr id="6" name="Прямоугольник: скругленные углы 4">
              <a:extLst>
                <a:ext uri="{FF2B5EF4-FFF2-40B4-BE49-F238E27FC236}">
                  <a16:creationId xmlns:a16="http://schemas.microsoft.com/office/drawing/2014/main" id="{CCB3CEA4-1A0E-CF4E-B7F9-19664A18224F}"/>
                </a:ext>
              </a:extLst>
            </p:cNvPr>
            <p:cNvSpPr txBox="1"/>
            <p:nvPr/>
          </p:nvSpPr>
          <p:spPr>
            <a:xfrm>
              <a:off x="5811096" y="4251968"/>
              <a:ext cx="3779520" cy="152558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spcFirstLastPara="0" vert="horz" wrap="square" lIns="91440" tIns="91440" rIns="91440" bIns="91440" numCol="1" spcCol="1270" anchor="ctr" anchorCtr="0">
              <a:noAutofit/>
            </a:bodyPr>
            <a:lstStyle/>
            <a:p>
              <a:pPr lvl="0" defTabSz="1600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2000" dirty="0"/>
                <a:t>Если количество лемм в окне </a:t>
              </a:r>
              <a:r>
                <a:rPr lang="en-US" sz="2000" dirty="0"/>
                <a:t>&lt; </a:t>
              </a:r>
              <a:r>
                <a:rPr lang="ru-RU" sz="2000" dirty="0"/>
                <a:t>200, то в зависимости от «недостачи» они учитываются либо в предыдущем, либо в отдельном окне</a:t>
              </a:r>
              <a:endParaRPr lang="ru-RU" sz="2000" kern="1200" dirty="0"/>
            </a:p>
          </p:txBody>
        </p:sp>
        <p:grpSp>
          <p:nvGrpSpPr>
            <p:cNvPr id="19" name="Группа 18">
              <a:extLst>
                <a:ext uri="{FF2B5EF4-FFF2-40B4-BE49-F238E27FC236}">
                  <a16:creationId xmlns:a16="http://schemas.microsoft.com/office/drawing/2014/main" id="{D9396666-8FBD-BF8D-8C63-BBB07DB64A50}"/>
                </a:ext>
              </a:extLst>
            </p:cNvPr>
            <p:cNvGrpSpPr/>
            <p:nvPr/>
          </p:nvGrpSpPr>
          <p:grpSpPr>
            <a:xfrm>
              <a:off x="5063490" y="1682115"/>
              <a:ext cx="4527126" cy="3529965"/>
              <a:chOff x="5063490" y="1682115"/>
              <a:chExt cx="4527126" cy="3529965"/>
            </a:xfrm>
          </p:grpSpPr>
          <p:sp>
            <p:nvSpPr>
              <p:cNvPr id="14" name="Прямоугольник: скругленные углы 4">
                <a:extLst>
                  <a:ext uri="{FF2B5EF4-FFF2-40B4-BE49-F238E27FC236}">
                    <a16:creationId xmlns:a16="http://schemas.microsoft.com/office/drawing/2014/main" id="{2F89712F-A7D9-911A-33CA-97EE33366B7C}"/>
                  </a:ext>
                </a:extLst>
              </p:cNvPr>
              <p:cNvSpPr txBox="1"/>
              <p:nvPr/>
            </p:nvSpPr>
            <p:spPr>
              <a:xfrm>
                <a:off x="5811096" y="1682115"/>
                <a:ext cx="3779520" cy="111632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spcFirstLastPara="0" vert="horz" wrap="square" lIns="91440" tIns="91440" rIns="91440" bIns="91440" numCol="1" spcCol="1270" anchor="ctr" anchorCtr="0">
                <a:noAutofit/>
              </a:bodyPr>
              <a:lstStyle/>
              <a:p>
                <a:pPr lvl="0" defTabSz="16002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ru-RU" sz="2000" dirty="0"/>
                  <a:t>Стандартизованный </a:t>
                </a:r>
                <a:r>
                  <a:rPr lang="en-US" sz="2000" dirty="0"/>
                  <a:t>TTR</a:t>
                </a:r>
                <a:r>
                  <a:rPr lang="ru-RU" sz="2000" dirty="0"/>
                  <a:t> с окном (нескользящим) в 200 лемм</a:t>
                </a:r>
                <a:r>
                  <a:rPr lang="en-US" sz="2000" dirty="0"/>
                  <a:t> </a:t>
                </a:r>
                <a:r>
                  <a:rPr lang="ru-RU" sz="2000" dirty="0"/>
                  <a:t> </a:t>
                </a:r>
              </a:p>
            </p:txBody>
          </p:sp>
          <p:grpSp>
            <p:nvGrpSpPr>
              <p:cNvPr id="18" name="Группа 17">
                <a:extLst>
                  <a:ext uri="{FF2B5EF4-FFF2-40B4-BE49-F238E27FC236}">
                    <a16:creationId xmlns:a16="http://schemas.microsoft.com/office/drawing/2014/main" id="{AD31648B-DC2C-0024-9F36-90D49599A0F6}"/>
                  </a:ext>
                </a:extLst>
              </p:cNvPr>
              <p:cNvGrpSpPr/>
              <p:nvPr/>
            </p:nvGrpSpPr>
            <p:grpSpPr>
              <a:xfrm>
                <a:off x="5063490" y="1930400"/>
                <a:ext cx="4527126" cy="3281680"/>
                <a:chOff x="5063490" y="1930400"/>
                <a:chExt cx="4527126" cy="3281680"/>
              </a:xfrm>
            </p:grpSpPr>
            <p:grpSp>
              <p:nvGrpSpPr>
                <p:cNvPr id="15" name="Группа 14">
                  <a:extLst>
                    <a:ext uri="{FF2B5EF4-FFF2-40B4-BE49-F238E27FC236}">
                      <a16:creationId xmlns:a16="http://schemas.microsoft.com/office/drawing/2014/main" id="{8DD815B5-01B0-8B52-771D-EAA62489BA40}"/>
                    </a:ext>
                  </a:extLst>
                </p:cNvPr>
                <p:cNvGrpSpPr/>
                <p:nvPr/>
              </p:nvGrpSpPr>
              <p:grpSpPr>
                <a:xfrm>
                  <a:off x="5063490" y="1930400"/>
                  <a:ext cx="678180" cy="3281680"/>
                  <a:chOff x="5417820" y="1930400"/>
                  <a:chExt cx="678180" cy="3281680"/>
                </a:xfrm>
              </p:grpSpPr>
              <p:cxnSp>
                <p:nvCxnSpPr>
                  <p:cNvPr id="9" name="Прямая соединительная линия 8">
                    <a:extLst>
                      <a:ext uri="{FF2B5EF4-FFF2-40B4-BE49-F238E27FC236}">
                        <a16:creationId xmlns:a16="http://schemas.microsoft.com/office/drawing/2014/main" id="{60CF827D-5008-628A-7160-AAF05CBBAFA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417820" y="1930400"/>
                    <a:ext cx="0" cy="3281680"/>
                  </a:xfrm>
                  <a:prstGeom prst="line">
                    <a:avLst/>
                  </a:prstGeom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" name="Прямая соединительная линия 10">
                    <a:extLst>
                      <a:ext uri="{FF2B5EF4-FFF2-40B4-BE49-F238E27FC236}">
                        <a16:creationId xmlns:a16="http://schemas.microsoft.com/office/drawing/2014/main" id="{5D4DE1B0-5666-FA0C-0D54-BD0638D24926}"/>
                      </a:ext>
                    </a:extLst>
                  </p:cNvPr>
                  <p:cNvCxnSpPr/>
                  <p:nvPr/>
                </p:nvCxnSpPr>
                <p:spPr>
                  <a:xfrm>
                    <a:off x="5417820" y="2240280"/>
                    <a:ext cx="678180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" name="Прямая соединительная линия 11">
                    <a:extLst>
                      <a:ext uri="{FF2B5EF4-FFF2-40B4-BE49-F238E27FC236}">
                        <a16:creationId xmlns:a16="http://schemas.microsoft.com/office/drawing/2014/main" id="{08A87919-8ABD-646D-6B1A-E4EE8B5412A3}"/>
                      </a:ext>
                    </a:extLst>
                  </p:cNvPr>
                  <p:cNvCxnSpPr/>
                  <p:nvPr/>
                </p:nvCxnSpPr>
                <p:spPr>
                  <a:xfrm>
                    <a:off x="5417820" y="3558540"/>
                    <a:ext cx="678180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" name="Прямая соединительная линия 12">
                    <a:extLst>
                      <a:ext uri="{FF2B5EF4-FFF2-40B4-BE49-F238E27FC236}">
                        <a16:creationId xmlns:a16="http://schemas.microsoft.com/office/drawing/2014/main" id="{7D5D0F35-C378-367D-9C32-38C0DF0FCFD0}"/>
                      </a:ext>
                    </a:extLst>
                  </p:cNvPr>
                  <p:cNvCxnSpPr/>
                  <p:nvPr/>
                </p:nvCxnSpPr>
                <p:spPr>
                  <a:xfrm>
                    <a:off x="5417820" y="4911090"/>
                    <a:ext cx="678180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6" name="Прямоугольник: скругленные углы 4">
                  <a:extLst>
                    <a:ext uri="{FF2B5EF4-FFF2-40B4-BE49-F238E27FC236}">
                      <a16:creationId xmlns:a16="http://schemas.microsoft.com/office/drawing/2014/main" id="{DACCCAE1-3DCE-D445-74F3-1DA6AC00BB8A}"/>
                    </a:ext>
                  </a:extLst>
                </p:cNvPr>
                <p:cNvSpPr txBox="1"/>
                <p:nvPr/>
              </p:nvSpPr>
              <p:spPr>
                <a:xfrm>
                  <a:off x="5811096" y="2943228"/>
                  <a:ext cx="3779520" cy="1116329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spcFirstLastPara="0" vert="horz" wrap="square" lIns="91440" tIns="91440" rIns="91440" bIns="91440" numCol="1" spcCol="1270" anchor="ctr" anchorCtr="0">
                  <a:noAutofit/>
                </a:bodyPr>
                <a:lstStyle/>
                <a:p>
                  <a:pPr lvl="0" defTabSz="16002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</a:pPr>
                  <a:r>
                    <a:rPr lang="ru-RU" sz="2000" dirty="0"/>
                    <a:t>Для текстов с количеством лемм </a:t>
                  </a:r>
                  <a:r>
                    <a:rPr lang="en-US" sz="2000" dirty="0"/>
                    <a:t>&lt; </a:t>
                  </a:r>
                  <a:r>
                    <a:rPr lang="ru-RU" sz="2000" dirty="0"/>
                    <a:t>200 </a:t>
                  </a:r>
                  <a:r>
                    <a:rPr lang="en-US" sz="2000" dirty="0"/>
                    <a:t>TTR </a:t>
                  </a:r>
                  <a:r>
                    <a:rPr lang="ru-RU" sz="2000" dirty="0"/>
                    <a:t>в работе чат-бота не учитывается</a:t>
                  </a: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682648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427E44-21DC-FCEF-8122-5CE884152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/>
              <a:t>Подсчет </a:t>
            </a:r>
            <a:r>
              <a:rPr lang="en-US" sz="3200" dirty="0"/>
              <a:t>TF-IDF</a:t>
            </a:r>
            <a:endParaRPr lang="ru-RU" sz="3200" dirty="0"/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4E7446B3-1B8B-6E88-8DDB-FE62F712F800}"/>
              </a:ext>
            </a:extLst>
          </p:cNvPr>
          <p:cNvSpPr txBox="1"/>
          <p:nvPr/>
        </p:nvSpPr>
        <p:spPr>
          <a:xfrm>
            <a:off x="677334" y="5855827"/>
            <a:ext cx="7015056" cy="8970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0" vert="horz" wrap="square" lIns="91440" tIns="91440" rIns="91440" bIns="91440" numCol="1" spcCol="1270" anchor="ctr" anchorCtr="0">
            <a:noAutofit/>
          </a:bodyPr>
          <a:lstStyle/>
          <a:p>
            <a:pPr marL="0" lvl="0" indent="0" defTabSz="1600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500" kern="1200" dirty="0"/>
              <a:t>Li</a:t>
            </a:r>
            <a:r>
              <a:rPr lang="en-US" sz="1500" dirty="0"/>
              <a:t>mitations: </a:t>
            </a:r>
            <a:r>
              <a:rPr lang="ru-RU" sz="1500" dirty="0"/>
              <a:t>до подсчета </a:t>
            </a:r>
            <a:r>
              <a:rPr lang="en-US" sz="1500" dirty="0"/>
              <a:t>TF-IDF </a:t>
            </a:r>
            <a:r>
              <a:rPr lang="ru-RU" sz="1500" dirty="0"/>
              <a:t>из лемм исключены типичные правовые конструкции (возлагать, ответственность, присуждать), собранные на основе источников из интернета и вручную по корпусу</a:t>
            </a:r>
            <a:endParaRPr lang="ru-RU" sz="1500" kern="1200" dirty="0"/>
          </a:p>
        </p:txBody>
      </p:sp>
      <p:grpSp>
        <p:nvGrpSpPr>
          <p:cNvPr id="20" name="Группа 19">
            <a:extLst>
              <a:ext uri="{FF2B5EF4-FFF2-40B4-BE49-F238E27FC236}">
                <a16:creationId xmlns:a16="http://schemas.microsoft.com/office/drawing/2014/main" id="{A123312A-DD36-E736-8609-E59C327E2895}"/>
              </a:ext>
            </a:extLst>
          </p:cNvPr>
          <p:cNvGrpSpPr/>
          <p:nvPr/>
        </p:nvGrpSpPr>
        <p:grpSpPr>
          <a:xfrm>
            <a:off x="202936" y="1266290"/>
            <a:ext cx="5769199" cy="2255539"/>
            <a:chOff x="326801" y="1388473"/>
            <a:chExt cx="5769199" cy="2255539"/>
          </a:xfrm>
        </p:grpSpPr>
        <p:pic>
          <p:nvPicPr>
            <p:cNvPr id="16" name="Рисунок 15" descr="Брушстроке">
              <a:extLst>
                <a:ext uri="{FF2B5EF4-FFF2-40B4-BE49-F238E27FC236}">
                  <a16:creationId xmlns:a16="http://schemas.microsoft.com/office/drawing/2014/main" id="{86CC2504-4AAF-A1C4-E3F1-423808C895C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5453" t="35370" r="2029" b="35495"/>
            <a:stretch>
              <a:fillRect/>
            </a:stretch>
          </p:blipFill>
          <p:spPr>
            <a:xfrm>
              <a:off x="326801" y="1388473"/>
              <a:ext cx="5769199" cy="2255539"/>
            </a:xfrm>
            <a:prstGeom prst="rect">
              <a:avLst/>
            </a:prstGeom>
          </p:spPr>
        </p:pic>
        <p:sp>
          <p:nvSpPr>
            <p:cNvPr id="8" name="Прямоугольник: скругленные углы 4">
              <a:extLst>
                <a:ext uri="{FF2B5EF4-FFF2-40B4-BE49-F238E27FC236}">
                  <a16:creationId xmlns:a16="http://schemas.microsoft.com/office/drawing/2014/main" id="{7CF04923-3222-CE5E-9745-B5718CE60CD9}"/>
                </a:ext>
              </a:extLst>
            </p:cNvPr>
            <p:cNvSpPr txBox="1"/>
            <p:nvPr/>
          </p:nvSpPr>
          <p:spPr>
            <a:xfrm>
              <a:off x="1196148" y="1814728"/>
              <a:ext cx="3779520" cy="1320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spcFirstLastPara="0" vert="horz" wrap="square" lIns="91440" tIns="91440" rIns="91440" bIns="91440" numCol="1" spcCol="1270" anchor="ctr" anchorCtr="0">
              <a:noAutofit/>
            </a:bodyPr>
            <a:lstStyle/>
            <a:p>
              <a:pPr lvl="0" algn="ctr" defTabSz="1600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nl-NL" sz="2000" dirty="0"/>
                <a:t>teken, merk, beeldmerk, publiek, overeenstemming, mate, merkinbreuk, schoen, verband, verwarringsgevaar</a:t>
              </a:r>
            </a:p>
          </p:txBody>
        </p:sp>
      </p:grpSp>
      <p:grpSp>
        <p:nvGrpSpPr>
          <p:cNvPr id="22" name="Группа 21">
            <a:extLst>
              <a:ext uri="{FF2B5EF4-FFF2-40B4-BE49-F238E27FC236}">
                <a16:creationId xmlns:a16="http://schemas.microsoft.com/office/drawing/2014/main" id="{DD604F3D-F8B3-A6A3-680A-9E6D0903AD2E}"/>
              </a:ext>
            </a:extLst>
          </p:cNvPr>
          <p:cNvGrpSpPr/>
          <p:nvPr/>
        </p:nvGrpSpPr>
        <p:grpSpPr>
          <a:xfrm>
            <a:off x="5043088" y="1983459"/>
            <a:ext cx="4827864" cy="2255539"/>
            <a:chOff x="5271069" y="2062099"/>
            <a:chExt cx="4827864" cy="2255539"/>
          </a:xfrm>
        </p:grpSpPr>
        <p:pic>
          <p:nvPicPr>
            <p:cNvPr id="17" name="Рисунок 16" descr="Брушстроке">
              <a:extLst>
                <a:ext uri="{FF2B5EF4-FFF2-40B4-BE49-F238E27FC236}">
                  <a16:creationId xmlns:a16="http://schemas.microsoft.com/office/drawing/2014/main" id="{2D58F475-259E-74B2-5D1C-562894B8D32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14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l="5453" t="35370" r="2029" b="35495"/>
            <a:stretch>
              <a:fillRect/>
            </a:stretch>
          </p:blipFill>
          <p:spPr>
            <a:xfrm rot="10800000">
              <a:off x="5271069" y="2062099"/>
              <a:ext cx="4827864" cy="2255539"/>
            </a:xfrm>
            <a:prstGeom prst="rect">
              <a:avLst/>
            </a:prstGeom>
          </p:spPr>
        </p:pic>
        <p:sp>
          <p:nvSpPr>
            <p:cNvPr id="11" name="Прямоугольник: скругленные углы 4">
              <a:extLst>
                <a:ext uri="{FF2B5EF4-FFF2-40B4-BE49-F238E27FC236}">
                  <a16:creationId xmlns:a16="http://schemas.microsoft.com/office/drawing/2014/main" id="{B745C503-4D43-F918-83D1-2019B71D52AE}"/>
                </a:ext>
              </a:extLst>
            </p:cNvPr>
            <p:cNvSpPr txBox="1"/>
            <p:nvPr/>
          </p:nvSpPr>
          <p:spPr>
            <a:xfrm>
              <a:off x="5845015" y="2287285"/>
              <a:ext cx="3779520" cy="177666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spcFirstLastPara="0" vert="horz" wrap="square" lIns="91440" tIns="91440" rIns="91440" bIns="91440" numCol="1" spcCol="1270" anchor="ctr" anchorCtr="0">
              <a:noAutofit/>
            </a:bodyPr>
            <a:lstStyle/>
            <a:p>
              <a:pPr lvl="0" algn="ctr" defTabSz="1600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nl-NL" sz="2000" dirty="0"/>
                <a:t>minderjarig, straal, verhuizen, toestemming, vervangen, hoofdverblijfplaats, woonadre</a:t>
              </a:r>
              <a:r>
                <a:rPr lang="en-US" sz="2000" dirty="0"/>
                <a:t>s</a:t>
              </a:r>
              <a:r>
                <a:rPr lang="nl-NL" sz="2000" dirty="0"/>
                <a:t>, maximaal, kind, verzoeken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911DB2E2-3118-5339-D116-594D6F50495A}"/>
              </a:ext>
            </a:extLst>
          </p:cNvPr>
          <p:cNvSpPr txBox="1"/>
          <p:nvPr/>
        </p:nvSpPr>
        <p:spPr>
          <a:xfrm>
            <a:off x="3257550" y="4190756"/>
            <a:ext cx="61036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ru-RU" dirty="0"/>
          </a:p>
        </p:txBody>
      </p:sp>
      <p:grpSp>
        <p:nvGrpSpPr>
          <p:cNvPr id="21" name="Группа 20">
            <a:extLst>
              <a:ext uri="{FF2B5EF4-FFF2-40B4-BE49-F238E27FC236}">
                <a16:creationId xmlns:a16="http://schemas.microsoft.com/office/drawing/2014/main" id="{27C12390-859E-8B2C-72EA-B2554D0287AB}"/>
              </a:ext>
            </a:extLst>
          </p:cNvPr>
          <p:cNvGrpSpPr/>
          <p:nvPr/>
        </p:nvGrpSpPr>
        <p:grpSpPr>
          <a:xfrm>
            <a:off x="917603" y="3145044"/>
            <a:ext cx="5473798" cy="2202299"/>
            <a:chOff x="1196148" y="3267227"/>
            <a:chExt cx="5473798" cy="2202299"/>
          </a:xfrm>
        </p:grpSpPr>
        <p:pic>
          <p:nvPicPr>
            <p:cNvPr id="19" name="Рисунок 18" descr="Брушстроке">
              <a:extLst>
                <a:ext uri="{FF2B5EF4-FFF2-40B4-BE49-F238E27FC236}">
                  <a16:creationId xmlns:a16="http://schemas.microsoft.com/office/drawing/2014/main" id="{FF6D0243-449A-21AE-C722-C7E04A766FB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alphaModFix amt="1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 l="5453" t="35370" r="2029" b="35495"/>
            <a:stretch>
              <a:fillRect/>
            </a:stretch>
          </p:blipFill>
          <p:spPr>
            <a:xfrm>
              <a:off x="1196148" y="3267227"/>
              <a:ext cx="5473798" cy="2202299"/>
            </a:xfrm>
            <a:prstGeom prst="rect">
              <a:avLst/>
            </a:prstGeom>
          </p:spPr>
        </p:pic>
        <p:sp>
          <p:nvSpPr>
            <p:cNvPr id="14" name="Прямоугольник: скругленные углы 4">
              <a:extLst>
                <a:ext uri="{FF2B5EF4-FFF2-40B4-BE49-F238E27FC236}">
                  <a16:creationId xmlns:a16="http://schemas.microsoft.com/office/drawing/2014/main" id="{032C84AE-8B1A-598A-6C92-005BD196B5C7}"/>
                </a:ext>
              </a:extLst>
            </p:cNvPr>
            <p:cNvSpPr txBox="1"/>
            <p:nvPr/>
          </p:nvSpPr>
          <p:spPr>
            <a:xfrm>
              <a:off x="1619250" y="3775711"/>
              <a:ext cx="4690110" cy="117094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spcFirstLastPara="0" vert="horz" wrap="square" lIns="91440" tIns="91440" rIns="91440" bIns="91440" numCol="1" spcCol="1270" anchor="ctr" anchorCtr="0">
              <a:noAutofit/>
            </a:bodyPr>
            <a:lstStyle/>
            <a:p>
              <a:pPr algn="ctr" defTabSz="1600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nl-NL" sz="2000" kern="100" dirty="0">
                  <a:ea typeface="Calibri" panose="020F0502020204030204" pitchFamily="34" charset="0"/>
                  <a:cs typeface="Calibri" panose="020F0502020204030204" pitchFamily="34" charset="0"/>
                </a:rPr>
                <a:t> vereffenaar, nalatenschap, vereffening, opheffing, boedelbeschrijving, erflater, erfgenaam, gering, beneficiair, baat</a:t>
              </a:r>
              <a:endParaRPr lang="ru-RU" sz="2000" dirty="0">
                <a:cs typeface="Calibri" panose="020F0502020204030204" pitchFamily="34" charset="0"/>
              </a:endParaRPr>
            </a:p>
          </p:txBody>
        </p:sp>
      </p:grpSp>
      <p:pic>
        <p:nvPicPr>
          <p:cNvPr id="23" name="Рисунок 22" descr="Стрелка: прямо со сплошной заливкой">
            <a:extLst>
              <a:ext uri="{FF2B5EF4-FFF2-40B4-BE49-F238E27FC236}">
                <a16:creationId xmlns:a16="http://schemas.microsoft.com/office/drawing/2014/main" id="{F2C0E681-F683-D1DD-9A58-94DEDEB7AA0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20384334">
            <a:off x="5095639" y="1427651"/>
            <a:ext cx="832970" cy="296698"/>
          </a:xfrm>
          <a:prstGeom prst="rect">
            <a:avLst/>
          </a:prstGeom>
        </p:spPr>
      </p:pic>
      <p:sp>
        <p:nvSpPr>
          <p:cNvPr id="24" name="Прямоугольник: скругленные углы 4">
            <a:extLst>
              <a:ext uri="{FF2B5EF4-FFF2-40B4-BE49-F238E27FC236}">
                <a16:creationId xmlns:a16="http://schemas.microsoft.com/office/drawing/2014/main" id="{3F5CEEEA-86BB-3874-8F68-9478159B7BA4}"/>
              </a:ext>
            </a:extLst>
          </p:cNvPr>
          <p:cNvSpPr txBox="1"/>
          <p:nvPr/>
        </p:nvSpPr>
        <p:spPr>
          <a:xfrm>
            <a:off x="5464985" y="665099"/>
            <a:ext cx="3779520" cy="1320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0" vert="horz" wrap="square" lIns="91440" tIns="91440" rIns="91440" bIns="91440" numCol="1" spcCol="1270" anchor="ctr" anchorCtr="0">
            <a:noAutofit/>
          </a:bodyPr>
          <a:lstStyle/>
          <a:p>
            <a:pPr lvl="0" algn="ctr" defTabSz="1600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ru-RU" sz="2000" dirty="0"/>
              <a:t>защита интеллектуальной собственности</a:t>
            </a:r>
            <a:endParaRPr lang="nl-NL" sz="2000" dirty="0"/>
          </a:p>
        </p:txBody>
      </p:sp>
      <p:sp>
        <p:nvSpPr>
          <p:cNvPr id="25" name="Прямоугольник: скругленные углы 4">
            <a:extLst>
              <a:ext uri="{FF2B5EF4-FFF2-40B4-BE49-F238E27FC236}">
                <a16:creationId xmlns:a16="http://schemas.microsoft.com/office/drawing/2014/main" id="{E4594A4D-160F-8AF7-103D-DD687646FBCD}"/>
              </a:ext>
            </a:extLst>
          </p:cNvPr>
          <p:cNvSpPr txBox="1"/>
          <p:nvPr/>
        </p:nvSpPr>
        <p:spPr>
          <a:xfrm>
            <a:off x="6631670" y="4246193"/>
            <a:ext cx="2857500" cy="1023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0" vert="horz" wrap="square" lIns="91440" tIns="91440" rIns="91440" bIns="91440" numCol="1" spcCol="1270" anchor="ctr" anchorCtr="0">
            <a:noAutofit/>
          </a:bodyPr>
          <a:lstStyle/>
          <a:p>
            <a:pPr lvl="0" algn="ctr" defTabSz="1600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ru-RU" sz="2000" dirty="0"/>
              <a:t>место проживания несовершеннолетнего</a:t>
            </a:r>
            <a:endParaRPr lang="nl-NL" sz="2000" dirty="0"/>
          </a:p>
        </p:txBody>
      </p:sp>
      <p:pic>
        <p:nvPicPr>
          <p:cNvPr id="26" name="Рисунок 25" descr="Стрелка: прямо со сплошной заливкой">
            <a:extLst>
              <a:ext uri="{FF2B5EF4-FFF2-40B4-BE49-F238E27FC236}">
                <a16:creationId xmlns:a16="http://schemas.microsoft.com/office/drawing/2014/main" id="{5EABC3DF-B940-E955-82A4-30FB0800260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9723069">
            <a:off x="3269274" y="5030735"/>
            <a:ext cx="832970" cy="296698"/>
          </a:xfrm>
          <a:prstGeom prst="rect">
            <a:avLst/>
          </a:prstGeom>
        </p:spPr>
      </p:pic>
      <p:sp>
        <p:nvSpPr>
          <p:cNvPr id="27" name="Прямоугольник: скругленные углы 4">
            <a:extLst>
              <a:ext uri="{FF2B5EF4-FFF2-40B4-BE49-F238E27FC236}">
                <a16:creationId xmlns:a16="http://schemas.microsoft.com/office/drawing/2014/main" id="{1BB6BCC3-906E-7197-6A80-11D62B61507F}"/>
              </a:ext>
            </a:extLst>
          </p:cNvPr>
          <p:cNvSpPr txBox="1"/>
          <p:nvPr/>
        </p:nvSpPr>
        <p:spPr>
          <a:xfrm>
            <a:off x="1340703" y="5056677"/>
            <a:ext cx="2021750" cy="7513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0" vert="horz" wrap="square" lIns="91440" tIns="91440" rIns="91440" bIns="91440" numCol="1" spcCol="1270" anchor="ctr" anchorCtr="0">
            <a:noAutofit/>
          </a:bodyPr>
          <a:lstStyle/>
          <a:p>
            <a:pPr lvl="0" algn="ctr" defTabSz="1600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ru-RU" sz="2000" dirty="0"/>
              <a:t>наследование</a:t>
            </a:r>
            <a:endParaRPr lang="nl-NL" sz="2000" dirty="0"/>
          </a:p>
        </p:txBody>
      </p:sp>
      <p:pic>
        <p:nvPicPr>
          <p:cNvPr id="28" name="Рисунок 27" descr="Стрелка: прямо со сплошной заливкой">
            <a:extLst>
              <a:ext uri="{FF2B5EF4-FFF2-40B4-BE49-F238E27FC236}">
                <a16:creationId xmlns:a16="http://schemas.microsoft.com/office/drawing/2014/main" id="{B475489A-1E9F-37B1-F565-2A3A1D9F513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3284167">
            <a:off x="6545152" y="4069490"/>
            <a:ext cx="832970" cy="296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95868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805875-4544-0AC4-76ED-A5424CBDE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</a:t>
            </a:r>
            <a:r>
              <a:rPr lang="ru-RU" dirty="0"/>
              <a:t>Чат-бот</a:t>
            </a:r>
          </a:p>
        </p:txBody>
      </p:sp>
      <p:grpSp>
        <p:nvGrpSpPr>
          <p:cNvPr id="91" name="Группа 90">
            <a:extLst>
              <a:ext uri="{FF2B5EF4-FFF2-40B4-BE49-F238E27FC236}">
                <a16:creationId xmlns:a16="http://schemas.microsoft.com/office/drawing/2014/main" id="{D2CDF595-82AA-144C-1742-2E2DB23A2259}"/>
              </a:ext>
            </a:extLst>
          </p:cNvPr>
          <p:cNvGrpSpPr/>
          <p:nvPr/>
        </p:nvGrpSpPr>
        <p:grpSpPr>
          <a:xfrm>
            <a:off x="206949" y="1064750"/>
            <a:ext cx="9369434" cy="5597973"/>
            <a:chOff x="206949" y="1140950"/>
            <a:chExt cx="9369434" cy="5597973"/>
          </a:xfrm>
        </p:grpSpPr>
        <p:cxnSp>
          <p:nvCxnSpPr>
            <p:cNvPr id="76" name="Прямая соединительная линия 75">
              <a:extLst>
                <a:ext uri="{FF2B5EF4-FFF2-40B4-BE49-F238E27FC236}">
                  <a16:creationId xmlns:a16="http://schemas.microsoft.com/office/drawing/2014/main" id="{CC53FD63-52FC-07D2-A59B-92A818FE865E}"/>
                </a:ext>
              </a:extLst>
            </p:cNvPr>
            <p:cNvCxnSpPr>
              <a:cxnSpLocks/>
            </p:cNvCxnSpPr>
            <p:nvPr/>
          </p:nvCxnSpPr>
          <p:spPr>
            <a:xfrm>
              <a:off x="7835624" y="2778884"/>
              <a:ext cx="289559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90" name="Группа 89">
              <a:extLst>
                <a:ext uri="{FF2B5EF4-FFF2-40B4-BE49-F238E27FC236}">
                  <a16:creationId xmlns:a16="http://schemas.microsoft.com/office/drawing/2014/main" id="{7858C2AF-27ED-ECD5-9954-8EDAFC99AAAF}"/>
                </a:ext>
              </a:extLst>
            </p:cNvPr>
            <p:cNvGrpSpPr/>
            <p:nvPr/>
          </p:nvGrpSpPr>
          <p:grpSpPr>
            <a:xfrm>
              <a:off x="206949" y="1140950"/>
              <a:ext cx="9369434" cy="5597973"/>
              <a:chOff x="206949" y="1400030"/>
              <a:chExt cx="9369434" cy="5597973"/>
            </a:xfrm>
          </p:grpSpPr>
          <p:sp>
            <p:nvSpPr>
              <p:cNvPr id="65" name="Прямоугольник: скругленные углы 4">
                <a:extLst>
                  <a:ext uri="{FF2B5EF4-FFF2-40B4-BE49-F238E27FC236}">
                    <a16:creationId xmlns:a16="http://schemas.microsoft.com/office/drawing/2014/main" id="{AAA3EDF1-75F4-AF2C-47D8-2FC24775BAF0}"/>
                  </a:ext>
                </a:extLst>
              </p:cNvPr>
              <p:cNvSpPr txBox="1"/>
              <p:nvPr/>
            </p:nvSpPr>
            <p:spPr>
              <a:xfrm>
                <a:off x="2976715" y="6083094"/>
                <a:ext cx="3497238" cy="91490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spcFirstLastPara="0" vert="horz" wrap="square" lIns="91440" tIns="91440" rIns="91440" bIns="91440" numCol="1" spcCol="1270" anchor="ctr" anchorCtr="0">
                <a:noAutofit/>
              </a:bodyPr>
              <a:lstStyle/>
              <a:p>
                <a:pPr lvl="0" algn="ctr" defTabSz="16002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ru-RU" sz="1600" dirty="0"/>
                  <a:t>- в</a:t>
                </a:r>
                <a:r>
                  <a:rPr lang="ru-RU" sz="1600" kern="1200" dirty="0"/>
                  <a:t>ыбор длины текста </a:t>
                </a:r>
              </a:p>
              <a:p>
                <a:pPr lvl="0" algn="ctr" defTabSz="16002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ru-RU" sz="1600" kern="1200" dirty="0"/>
                  <a:t>и его лексического разнообразия</a:t>
                </a:r>
              </a:p>
              <a:p>
                <a:pPr lvl="0" algn="ctr" defTabSz="16002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ru-RU" sz="1600" kern="1200" dirty="0"/>
                  <a:t>- </a:t>
                </a:r>
                <a:r>
                  <a:rPr lang="ru-RU" sz="1600" dirty="0"/>
                  <a:t>к</a:t>
                </a:r>
                <a:r>
                  <a:rPr lang="ru-RU" sz="1600" kern="1200" dirty="0"/>
                  <a:t>аждый раз – новый текст </a:t>
                </a:r>
              </a:p>
            </p:txBody>
          </p:sp>
          <p:grpSp>
            <p:nvGrpSpPr>
              <p:cNvPr id="89" name="Группа 88">
                <a:extLst>
                  <a:ext uri="{FF2B5EF4-FFF2-40B4-BE49-F238E27FC236}">
                    <a16:creationId xmlns:a16="http://schemas.microsoft.com/office/drawing/2014/main" id="{5F5E4EE0-10F7-342B-DCDC-7D2321FC60DF}"/>
                  </a:ext>
                </a:extLst>
              </p:cNvPr>
              <p:cNvGrpSpPr/>
              <p:nvPr/>
            </p:nvGrpSpPr>
            <p:grpSpPr>
              <a:xfrm>
                <a:off x="206949" y="1400030"/>
                <a:ext cx="9369434" cy="4747943"/>
                <a:chOff x="206949" y="1400030"/>
                <a:chExt cx="9369434" cy="4747943"/>
              </a:xfrm>
            </p:grpSpPr>
            <p:sp>
              <p:nvSpPr>
                <p:cNvPr id="34" name="Прямоугольник: скругленные углы 4">
                  <a:extLst>
                    <a:ext uri="{FF2B5EF4-FFF2-40B4-BE49-F238E27FC236}">
                      <a16:creationId xmlns:a16="http://schemas.microsoft.com/office/drawing/2014/main" id="{3698D6E7-C9BE-BF58-8B50-76047BA2DEBC}"/>
                    </a:ext>
                  </a:extLst>
                </p:cNvPr>
                <p:cNvSpPr txBox="1"/>
                <p:nvPr/>
              </p:nvSpPr>
              <p:spPr>
                <a:xfrm>
                  <a:off x="2601271" y="1400030"/>
                  <a:ext cx="4419094" cy="914909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spcFirstLastPara="0" vert="horz" wrap="square" lIns="91440" tIns="91440" rIns="91440" bIns="91440" numCol="1" spcCol="1270" anchor="ctr" anchorCtr="0">
                  <a:noAutofit/>
                </a:bodyPr>
                <a:lstStyle/>
                <a:p>
                  <a:pPr marL="342900" lvl="0" indent="-342900" algn="ctr" defTabSz="16002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FontTx/>
                    <a:buChar char="-"/>
                  </a:pPr>
                  <a:r>
                    <a:rPr lang="ru-RU" sz="1600" dirty="0"/>
                    <a:t>п</a:t>
                  </a:r>
                  <a:r>
                    <a:rPr lang="ru-RU" sz="1600" kern="1200" dirty="0"/>
                    <a:t>роверить успешность загрузки</a:t>
                  </a:r>
                </a:p>
                <a:p>
                  <a:pPr marL="342900" lvl="0" indent="-342900" algn="ctr" defTabSz="16002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FontTx/>
                    <a:buChar char="-"/>
                  </a:pPr>
                  <a:r>
                    <a:rPr lang="ru-RU" sz="1600" dirty="0"/>
                    <a:t>н</a:t>
                  </a:r>
                  <a:r>
                    <a:rPr lang="ru-RU" sz="1600" kern="1200" dirty="0"/>
                    <a:t>е перепутать пользователей</a:t>
                  </a:r>
                </a:p>
              </p:txBody>
            </p:sp>
            <p:grpSp>
              <p:nvGrpSpPr>
                <p:cNvPr id="88" name="Группа 87">
                  <a:extLst>
                    <a:ext uri="{FF2B5EF4-FFF2-40B4-BE49-F238E27FC236}">
                      <a16:creationId xmlns:a16="http://schemas.microsoft.com/office/drawing/2014/main" id="{F23C4C7E-CD59-0229-A505-EBA76263E003}"/>
                    </a:ext>
                  </a:extLst>
                </p:cNvPr>
                <p:cNvGrpSpPr/>
                <p:nvPr/>
              </p:nvGrpSpPr>
              <p:grpSpPr>
                <a:xfrm>
                  <a:off x="206949" y="2076634"/>
                  <a:ext cx="9369434" cy="4071339"/>
                  <a:chOff x="313629" y="2076634"/>
                  <a:chExt cx="9369434" cy="4071339"/>
                </a:xfrm>
              </p:grpSpPr>
              <p:cxnSp>
                <p:nvCxnSpPr>
                  <p:cNvPr id="66" name="Прямая соединительная линия 65">
                    <a:extLst>
                      <a:ext uri="{FF2B5EF4-FFF2-40B4-BE49-F238E27FC236}">
                        <a16:creationId xmlns:a16="http://schemas.microsoft.com/office/drawing/2014/main" id="{C3223758-2130-9108-50CD-22373FD54519}"/>
                      </a:ext>
                    </a:extLst>
                  </p:cNvPr>
                  <p:cNvCxnSpPr>
                    <a:cxnSpLocks/>
                    <a:stCxn id="26" idx="1"/>
                  </p:cNvCxnSpPr>
                  <p:nvPr/>
                </p:nvCxnSpPr>
                <p:spPr>
                  <a:xfrm flipV="1">
                    <a:off x="2325322" y="5170581"/>
                    <a:ext cx="4793387" cy="36527"/>
                  </a:xfrm>
                  <a:prstGeom prst="line">
                    <a:avLst/>
                  </a:prstGeom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87" name="Группа 86">
                    <a:extLst>
                      <a:ext uri="{FF2B5EF4-FFF2-40B4-BE49-F238E27FC236}">
                        <a16:creationId xmlns:a16="http://schemas.microsoft.com/office/drawing/2014/main" id="{035180BF-22B2-CB5F-8FD9-78ECD22815B5}"/>
                      </a:ext>
                    </a:extLst>
                  </p:cNvPr>
                  <p:cNvGrpSpPr/>
                  <p:nvPr/>
                </p:nvGrpSpPr>
                <p:grpSpPr>
                  <a:xfrm>
                    <a:off x="313629" y="2076634"/>
                    <a:ext cx="9369434" cy="4071339"/>
                    <a:chOff x="313629" y="2076634"/>
                    <a:chExt cx="9369434" cy="4071339"/>
                  </a:xfrm>
                </p:grpSpPr>
                <p:grpSp>
                  <p:nvGrpSpPr>
                    <p:cNvPr id="86" name="Группа 85">
                      <a:extLst>
                        <a:ext uri="{FF2B5EF4-FFF2-40B4-BE49-F238E27FC236}">
                          <a16:creationId xmlns:a16="http://schemas.microsoft.com/office/drawing/2014/main" id="{54FE40CB-95BE-61DA-ABA0-CDE8EF3B51B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13629" y="2076634"/>
                      <a:ext cx="9369434" cy="4071339"/>
                      <a:chOff x="313629" y="2076634"/>
                      <a:chExt cx="9369434" cy="4071339"/>
                    </a:xfrm>
                  </p:grpSpPr>
                  <p:grpSp>
                    <p:nvGrpSpPr>
                      <p:cNvPr id="85" name="Группа 84">
                        <a:extLst>
                          <a:ext uri="{FF2B5EF4-FFF2-40B4-BE49-F238E27FC236}">
                            <a16:creationId xmlns:a16="http://schemas.microsoft.com/office/drawing/2014/main" id="{58AEF478-9394-C3C3-837C-01E6A775D5CD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313629" y="2076634"/>
                        <a:ext cx="9369434" cy="3859196"/>
                        <a:chOff x="313629" y="2076634"/>
                        <a:chExt cx="9369434" cy="3859196"/>
                      </a:xfrm>
                    </p:grpSpPr>
                    <p:sp>
                      <p:nvSpPr>
                        <p:cNvPr id="57" name="Прямоугольник: скругленные углы 56">
                          <a:extLst>
                            <a:ext uri="{FF2B5EF4-FFF2-40B4-BE49-F238E27FC236}">
                              <a16:creationId xmlns:a16="http://schemas.microsoft.com/office/drawing/2014/main" id="{1E1E6419-69ED-15F5-F13D-53BE6E525D02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4155843" y="2277764"/>
                          <a:ext cx="1654364" cy="1522849"/>
                        </a:xfrm>
                        <a:prstGeom prst="roundRect">
                          <a:avLst/>
                        </a:prstGeom>
                      </p:spPr>
                      <p:style>
                        <a:lnRef idx="2">
                          <a:schemeClr val="accent1"/>
                        </a:lnRef>
                        <a:fillRef idx="1">
                          <a:schemeClr val="lt1"/>
                        </a:fillRef>
                        <a:effectRef idx="0">
                          <a:schemeClr val="accent1"/>
                        </a:effectRef>
                        <a:fontRef idx="minor">
                          <a:schemeClr val="dk1"/>
                        </a:fontRef>
                      </p:style>
                      <p:txBody>
                        <a:bodyPr/>
                        <a:lstStyle/>
                        <a:p>
                          <a:endParaRPr lang="ru-RU" dirty="0"/>
                        </a:p>
                      </p:txBody>
                    </p:sp>
                    <p:grpSp>
                      <p:nvGrpSpPr>
                        <p:cNvPr id="81" name="Группа 80">
                          <a:extLst>
                            <a:ext uri="{FF2B5EF4-FFF2-40B4-BE49-F238E27FC236}">
                              <a16:creationId xmlns:a16="http://schemas.microsoft.com/office/drawing/2014/main" id="{681CFC29-32ED-99DE-9FBB-A9E3B435DCD9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313629" y="2076634"/>
                          <a:ext cx="9369434" cy="3859196"/>
                          <a:chOff x="313629" y="2076634"/>
                          <a:chExt cx="9369434" cy="3859196"/>
                        </a:xfrm>
                      </p:grpSpPr>
                      <p:grpSp>
                        <p:nvGrpSpPr>
                          <p:cNvPr id="74" name="Группа 73">
                            <a:extLst>
                              <a:ext uri="{FF2B5EF4-FFF2-40B4-BE49-F238E27FC236}">
                                <a16:creationId xmlns:a16="http://schemas.microsoft.com/office/drawing/2014/main" id="{59CC62AC-BA4A-77DB-94B5-D8548145BDC8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313629" y="2076634"/>
                            <a:ext cx="9369434" cy="3855372"/>
                            <a:chOff x="313629" y="2076634"/>
                            <a:chExt cx="9369434" cy="3855372"/>
                          </a:xfrm>
                        </p:grpSpPr>
                        <p:grpSp>
                          <p:nvGrpSpPr>
                            <p:cNvPr id="42" name="Группа 41">
                              <a:extLst>
                                <a:ext uri="{FF2B5EF4-FFF2-40B4-BE49-F238E27FC236}">
                                  <a16:creationId xmlns:a16="http://schemas.microsoft.com/office/drawing/2014/main" id="{FFC676F6-CDDB-1C40-C982-4EAC8814FD30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8216623" y="2076634"/>
                              <a:ext cx="1466440" cy="1881731"/>
                              <a:chOff x="8015740" y="2105328"/>
                              <a:chExt cx="1466440" cy="1881731"/>
                            </a:xfrm>
                          </p:grpSpPr>
                          <p:sp>
                            <p:nvSpPr>
                              <p:cNvPr id="36" name="Прямоугольник: загнутый угол 35">
                                <a:extLst>
                                  <a:ext uri="{FF2B5EF4-FFF2-40B4-BE49-F238E27FC236}">
                                    <a16:creationId xmlns:a16="http://schemas.microsoft.com/office/drawing/2014/main" id="{F5C7C65E-A6B6-3441-69C3-9A34F988CB5D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8015740" y="2108336"/>
                                <a:ext cx="1466440" cy="1878723"/>
                              </a:xfrm>
                              <a:prstGeom prst="foldedCorner">
                                <a:avLst/>
                              </a:prstGeom>
                            </p:spPr>
                            <p:style>
                              <a:lnRef idx="2">
                                <a:schemeClr val="accent1"/>
                              </a:lnRef>
                              <a:fillRef idx="1">
                                <a:schemeClr val="l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dk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marL="285750" indent="-285750" algn="ctr">
                                  <a:buFontTx/>
                                  <a:buChar char="-"/>
                                </a:pPr>
                                <a:endParaRPr lang="ru-RU" dirty="0"/>
                              </a:p>
                            </p:txBody>
                          </p:sp>
                          <p:sp>
                            <p:nvSpPr>
                              <p:cNvPr id="37" name="Прямоугольник: скругленные углы 4">
                                <a:extLst>
                                  <a:ext uri="{FF2B5EF4-FFF2-40B4-BE49-F238E27FC236}">
                                    <a16:creationId xmlns:a16="http://schemas.microsoft.com/office/drawing/2014/main" id="{A8A7AA63-31CD-479B-8CD9-F322660750C0}"/>
                                  </a:ext>
                                </a:extLst>
                              </p:cNvPr>
                              <p:cNvSpPr txBox="1"/>
                              <p:nvPr/>
                            </p:nvSpPr>
                            <p:spPr>
                              <a:xfrm>
                                <a:off x="8017639" y="2105328"/>
                                <a:ext cx="1463648" cy="1878723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</p:spPr>
                            <p:style>
                              <a:lnRef idx="2">
                                <a:schemeClr val="accent1"/>
                              </a:lnRef>
                              <a:fillRef idx="1">
                                <a:schemeClr val="l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dk1"/>
                              </a:fontRef>
                            </p:style>
                            <p:txBody>
                              <a:bodyPr spcFirstLastPara="0" vert="horz" wrap="square" lIns="91440" tIns="91440" rIns="91440" bIns="91440" numCol="1" spcCol="1270" anchor="ctr" anchorCtr="0">
                                <a:noAutofit/>
                              </a:bodyPr>
                              <a:lstStyle/>
                              <a:p>
                                <a:pPr lvl="0" algn="ctr" defTabSz="1600200">
                                  <a:lnSpc>
                                    <a:spcPct val="90000"/>
                                  </a:lnSpc>
                                  <a:spcBef>
                                    <a:spcPct val="0"/>
                                  </a:spcBef>
                                  <a:spcAft>
                                    <a:spcPct val="35000"/>
                                  </a:spcAft>
                                </a:pPr>
                                <a:r>
                                  <a:rPr lang="ru-RU" sz="1600" dirty="0"/>
                                  <a:t>- текст с пропусками</a:t>
                                </a:r>
                                <a:endParaRPr lang="ru-RU" sz="1600" kern="1200" dirty="0"/>
                              </a:p>
                              <a:p>
                                <a:pPr lvl="0" algn="ctr" defTabSz="1600200">
                                  <a:lnSpc>
                                    <a:spcPct val="90000"/>
                                  </a:lnSpc>
                                  <a:spcBef>
                                    <a:spcPct val="0"/>
                                  </a:spcBef>
                                  <a:spcAft>
                                    <a:spcPct val="35000"/>
                                  </a:spcAft>
                                </a:pPr>
                                <a:r>
                                  <a:rPr lang="ru-RU" sz="1600" dirty="0"/>
                                  <a:t>- с</a:t>
                                </a:r>
                                <a:r>
                                  <a:rPr lang="ru-RU" sz="1600" kern="1200" dirty="0"/>
                                  <a:t>писок лемм глаголов</a:t>
                                </a:r>
                              </a:p>
                            </p:txBody>
                          </p:sp>
                        </p:grpSp>
                        <p:grpSp>
                          <p:nvGrpSpPr>
                            <p:cNvPr id="73" name="Группа 72">
                              <a:extLst>
                                <a:ext uri="{FF2B5EF4-FFF2-40B4-BE49-F238E27FC236}">
                                  <a16:creationId xmlns:a16="http://schemas.microsoft.com/office/drawing/2014/main" id="{667E64CB-DB57-2BE3-B1AE-87B0C1B0F880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313629" y="2256076"/>
                              <a:ext cx="7614897" cy="3675930"/>
                              <a:chOff x="313629" y="2256076"/>
                              <a:chExt cx="7614897" cy="3675930"/>
                            </a:xfrm>
                          </p:grpSpPr>
                          <p:grpSp>
                            <p:nvGrpSpPr>
                              <p:cNvPr id="72" name="Группа 71">
                                <a:extLst>
                                  <a:ext uri="{FF2B5EF4-FFF2-40B4-BE49-F238E27FC236}">
                                    <a16:creationId xmlns:a16="http://schemas.microsoft.com/office/drawing/2014/main" id="{E5E9B820-A0EF-3F20-4FF4-6ACA5558BC37}"/>
                                  </a:ext>
                                </a:extLst>
                              </p:cNvPr>
                              <p:cNvGrpSpPr/>
                              <p:nvPr/>
                            </p:nvGrpSpPr>
                            <p:grpSpPr>
                              <a:xfrm>
                                <a:off x="6150188" y="2256076"/>
                                <a:ext cx="1778338" cy="1522849"/>
                                <a:chOff x="6150188" y="2256076"/>
                                <a:chExt cx="1778338" cy="1522849"/>
                              </a:xfrm>
                            </p:grpSpPr>
                            <p:sp>
                              <p:nvSpPr>
                                <p:cNvPr id="44" name="Прямоугольник: скругленные углы 43">
                                  <a:extLst>
                                    <a:ext uri="{FF2B5EF4-FFF2-40B4-BE49-F238E27FC236}">
                                      <a16:creationId xmlns:a16="http://schemas.microsoft.com/office/drawing/2014/main" id="{49E9E2C8-9719-F12D-8533-E5F01436C45C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>
                                  <a:off x="6150188" y="2256076"/>
                                  <a:ext cx="1776876" cy="1522849"/>
                                </a:xfrm>
                                <a:prstGeom prst="roundRect">
                                  <a:avLst/>
                                </a:prstGeom>
                              </p:spPr>
                              <p:style>
                                <a:lnRef idx="2">
                                  <a:schemeClr val="accent1"/>
                                </a:lnRef>
                                <a:fillRef idx="1">
                                  <a:schemeClr val="l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dk1"/>
                                </a:fontRef>
                              </p:style>
                              <p:txBody>
                                <a:bodyPr/>
                                <a:lstStyle/>
                                <a:p>
                                  <a:endParaRPr lang="ru-RU" dirty="0"/>
                                </a:p>
                              </p:txBody>
                            </p:sp>
                            <p:sp>
                              <p:nvSpPr>
                                <p:cNvPr id="48" name="Прямоугольник: скругленные углы 4">
                                  <a:extLst>
                                    <a:ext uri="{FF2B5EF4-FFF2-40B4-BE49-F238E27FC236}">
                                      <a16:creationId xmlns:a16="http://schemas.microsoft.com/office/drawing/2014/main" id="{4F090E67-B2E1-5CA8-F39B-DA9C85A3B5E3}"/>
                                    </a:ext>
                                  </a:extLst>
                                </p:cNvPr>
                                <p:cNvSpPr txBox="1"/>
                                <p:nvPr/>
                              </p:nvSpPr>
                              <p:spPr>
                                <a:xfrm>
                                  <a:off x="6184419" y="2363266"/>
                                  <a:ext cx="1744107" cy="1366418"/>
                                </a:xfrm>
                                <a:prstGeom prst="rect">
                                  <a:avLst/>
                                </a:prstGeom>
                                <a:noFill/>
                                <a:ln>
                                  <a:noFill/>
                                </a:ln>
                              </p:spPr>
                              <p:style>
                                <a:lnRef idx="2">
                                  <a:schemeClr val="accent1"/>
                                </a:lnRef>
                                <a:fillRef idx="1">
                                  <a:schemeClr val="l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dk1"/>
                                </a:fontRef>
                              </p:style>
                              <p:txBody>
                                <a:bodyPr spcFirstLastPara="0" vert="horz" wrap="square" lIns="91440" tIns="91440" rIns="91440" bIns="91440" numCol="1" spcCol="1270" anchor="ctr" anchorCtr="0">
                                  <a:noAutofit/>
                                </a:bodyPr>
                                <a:lstStyle/>
                                <a:p>
                                  <a:pPr marL="0" lvl="0" indent="0" algn="ctr" defTabSz="1600200">
                                    <a:lnSpc>
                                      <a:spcPct val="90000"/>
                                    </a:lnSpc>
                                    <a:spcBef>
                                      <a:spcPct val="0"/>
                                    </a:spcBef>
                                    <a:spcAft>
                                      <a:spcPct val="35000"/>
                                    </a:spcAft>
                                    <a:buNone/>
                                  </a:pPr>
                                  <a:r>
                                    <a:rPr lang="en-US" sz="2000" dirty="0"/>
                                    <a:t>“</a:t>
                                  </a:r>
                                  <a:r>
                                    <a:rPr lang="ru-RU" sz="2000" dirty="0"/>
                                    <a:t>Обработать текст</a:t>
                                  </a:r>
                                  <a:r>
                                    <a:rPr lang="en-US" sz="2000" dirty="0"/>
                                    <a:t>”</a:t>
                                  </a:r>
                                  <a:endParaRPr lang="ru-RU" sz="2000" kern="1200" dirty="0"/>
                                </a:p>
                              </p:txBody>
                            </p:sp>
                          </p:grpSp>
                          <p:grpSp>
                            <p:nvGrpSpPr>
                              <p:cNvPr id="70" name="Группа 69">
                                <a:extLst>
                                  <a:ext uri="{FF2B5EF4-FFF2-40B4-BE49-F238E27FC236}">
                                    <a16:creationId xmlns:a16="http://schemas.microsoft.com/office/drawing/2014/main" id="{6D289CE5-D4AB-0E21-EBC3-A09D807C54C6}"/>
                                  </a:ext>
                                </a:extLst>
                              </p:cNvPr>
                              <p:cNvGrpSpPr/>
                              <p:nvPr/>
                            </p:nvGrpSpPr>
                            <p:grpSpPr>
                              <a:xfrm>
                                <a:off x="313629" y="2286575"/>
                                <a:ext cx="3842214" cy="3645431"/>
                                <a:chOff x="313629" y="2286575"/>
                                <a:chExt cx="3842214" cy="3645431"/>
                              </a:xfrm>
                            </p:grpSpPr>
                            <p:grpSp>
                              <p:nvGrpSpPr>
                                <p:cNvPr id="46" name="Группа 45">
                                  <a:extLst>
                                    <a:ext uri="{FF2B5EF4-FFF2-40B4-BE49-F238E27FC236}">
                                      <a16:creationId xmlns:a16="http://schemas.microsoft.com/office/drawing/2014/main" id="{8EA3944A-1BF1-51B0-5C1B-E1B129D56A29}"/>
                                    </a:ext>
                                  </a:extLst>
                                </p:cNvPr>
                                <p:cNvGrpSpPr/>
                                <p:nvPr/>
                              </p:nvGrpSpPr>
                              <p:grpSpPr>
                                <a:xfrm>
                                  <a:off x="476888" y="2286575"/>
                                  <a:ext cx="3678955" cy="3645431"/>
                                  <a:chOff x="309248" y="2286575"/>
                                  <a:chExt cx="3678955" cy="3645431"/>
                                </a:xfrm>
                              </p:grpSpPr>
                              <p:cxnSp>
                                <p:nvCxnSpPr>
                                  <p:cNvPr id="40" name="Прямая соединительная линия 39">
                                    <a:extLst>
                                      <a:ext uri="{FF2B5EF4-FFF2-40B4-BE49-F238E27FC236}">
                                        <a16:creationId xmlns:a16="http://schemas.microsoft.com/office/drawing/2014/main" id="{00350672-1A3B-1DDD-A65A-7962B338BE7E}"/>
                                      </a:ext>
                                    </a:extLst>
                                  </p:cNvPr>
                                  <p:cNvCxnSpPr>
                                    <a:cxnSpLocks/>
                                    <a:stCxn id="22" idx="3"/>
                                    <a:endCxn id="57" idx="1"/>
                                  </p:cNvCxnSpPr>
                                  <p:nvPr/>
                                </p:nvCxnSpPr>
                                <p:spPr>
                                  <a:xfrm flipV="1">
                                    <a:off x="3652896" y="3039189"/>
                                    <a:ext cx="335307" cy="8811"/>
                                  </a:xfrm>
                                  <a:prstGeom prst="line">
                                    <a:avLst/>
                                  </a:prstGeom>
                                </p:spPr>
                                <p:style>
                                  <a:lnRef idx="1">
                                    <a:schemeClr val="accent2"/>
                                  </a:lnRef>
                                  <a:fillRef idx="0">
                                    <a:schemeClr val="accent2"/>
                                  </a:fillRef>
                                  <a:effectRef idx="0">
                                    <a:schemeClr val="accent2"/>
                                  </a:effectRef>
                                  <a:fontRef idx="minor">
                                    <a:schemeClr val="tx1"/>
                                  </a:fontRef>
                                </p:style>
                              </p:cxnSp>
                              <p:grpSp>
                                <p:nvGrpSpPr>
                                  <p:cNvPr id="33" name="Группа 32">
                                    <a:extLst>
                                      <a:ext uri="{FF2B5EF4-FFF2-40B4-BE49-F238E27FC236}">
                                        <a16:creationId xmlns:a16="http://schemas.microsoft.com/office/drawing/2014/main" id="{4581469A-45F6-1BE9-857B-6E1111E9ED8C}"/>
                                      </a:ext>
                                    </a:extLst>
                                  </p:cNvPr>
                                  <p:cNvGrpSpPr/>
                                  <p:nvPr/>
                                </p:nvGrpSpPr>
                                <p:grpSpPr>
                                  <a:xfrm>
                                    <a:off x="309248" y="2286575"/>
                                    <a:ext cx="3375313" cy="3645431"/>
                                    <a:chOff x="535028" y="1356935"/>
                                    <a:chExt cx="3375313" cy="3645431"/>
                                  </a:xfrm>
                                </p:grpSpPr>
                                <p:grpSp>
                                  <p:nvGrpSpPr>
                                    <p:cNvPr id="31" name="Группа 30">
                                      <a:extLst>
                                        <a:ext uri="{FF2B5EF4-FFF2-40B4-BE49-F238E27FC236}">
                                          <a16:creationId xmlns:a16="http://schemas.microsoft.com/office/drawing/2014/main" id="{E341671B-7247-FB26-07AF-11BF5E0A0D1C}"/>
                                        </a:ext>
                                      </a:extLst>
                                    </p:cNvPr>
                                    <p:cNvGrpSpPr/>
                                    <p:nvPr/>
                                  </p:nvGrpSpPr>
                                  <p:grpSpPr>
                                    <a:xfrm>
                                      <a:off x="535028" y="1356935"/>
                                      <a:ext cx="3343648" cy="2635945"/>
                                      <a:chOff x="535028" y="1356935"/>
                                      <a:chExt cx="3343648" cy="2635945"/>
                                    </a:xfrm>
                                  </p:grpSpPr>
                                  <p:grpSp>
                                    <p:nvGrpSpPr>
                                      <p:cNvPr id="30" name="Группа 29">
                                        <a:extLst>
                                          <a:ext uri="{FF2B5EF4-FFF2-40B4-BE49-F238E27FC236}">
                                            <a16:creationId xmlns:a16="http://schemas.microsoft.com/office/drawing/2014/main" id="{0C3F49B7-7D3D-BC10-4A25-70B774060A0A}"/>
                                          </a:ext>
                                        </a:extLst>
                                      </p:cNvPr>
                                      <p:cNvGrpSpPr/>
                                      <p:nvPr/>
                                    </p:nvGrpSpPr>
                                    <p:grpSpPr>
                                      <a:xfrm>
                                        <a:off x="535028" y="2118360"/>
                                        <a:ext cx="1806035" cy="1874520"/>
                                        <a:chOff x="535028" y="2118360"/>
                                        <a:chExt cx="1806035" cy="1874520"/>
                                      </a:xfrm>
                                    </p:grpSpPr>
                                    <p:grpSp>
                                      <p:nvGrpSpPr>
                                        <p:cNvPr id="7" name="Группа 6">
                                          <a:extLst>
                                            <a:ext uri="{FF2B5EF4-FFF2-40B4-BE49-F238E27FC236}">
                                              <a16:creationId xmlns:a16="http://schemas.microsoft.com/office/drawing/2014/main" id="{DBD43A69-9206-52E3-8CAB-BCF490D287FB}"/>
                                            </a:ext>
                                          </a:extLst>
                                        </p:cNvPr>
                                        <p:cNvGrpSpPr/>
                                        <p:nvPr/>
                                      </p:nvGrpSpPr>
                                      <p:grpSpPr>
                                        <a:xfrm>
                                          <a:off x="535028" y="2470031"/>
                                          <a:ext cx="1537612" cy="1522849"/>
                                          <a:chOff x="3234723" y="381239"/>
                                          <a:chExt cx="1891516" cy="1243622"/>
                                        </a:xfrm>
                                      </p:grpSpPr>
                                      <p:sp>
                                        <p:nvSpPr>
                                          <p:cNvPr id="14" name="Прямоугольник: скругленные углы 13">
                                            <a:extLst>
                                              <a:ext uri="{FF2B5EF4-FFF2-40B4-BE49-F238E27FC236}">
                                                <a16:creationId xmlns:a16="http://schemas.microsoft.com/office/drawing/2014/main" id="{23A36C41-8648-7BE2-587A-FB5CB21027D8}"/>
                                              </a:ext>
                                            </a:extLst>
                                          </p:cNvPr>
                                          <p:cNvSpPr/>
                                          <p:nvPr/>
                                        </p:nvSpPr>
                                        <p:spPr>
                                          <a:xfrm>
                                            <a:off x="3234723" y="381239"/>
                                            <a:ext cx="1891516" cy="1243622"/>
                                          </a:xfrm>
                                          <a:prstGeom prst="roundRect">
                                            <a:avLst/>
                                          </a:prstGeom>
                                        </p:spPr>
                                        <p:style>
                                          <a:lnRef idx="2">
                                            <a:schemeClr val="accent1"/>
                                          </a:lnRef>
                                          <a:fillRef idx="1">
                                            <a:schemeClr val="lt1"/>
                                          </a:fillRef>
                                          <a:effectRef idx="0">
                                            <a:schemeClr val="accent1"/>
                                          </a:effectRef>
                                          <a:fontRef idx="minor">
                                            <a:schemeClr val="dk1"/>
                                          </a:fontRef>
                                        </p:style>
                                        <p:txBody>
                                          <a:bodyPr/>
                                          <a:lstStyle/>
                                          <a:p>
                                            <a:endParaRPr lang="ru-RU"/>
                                          </a:p>
                                        </p:txBody>
                                      </p:sp>
                                      <p:sp>
                                        <p:nvSpPr>
                                          <p:cNvPr id="15" name="Прямоугольник: скругленные углы 4">
                                            <a:extLst>
                                              <a:ext uri="{FF2B5EF4-FFF2-40B4-BE49-F238E27FC236}">
                                                <a16:creationId xmlns:a16="http://schemas.microsoft.com/office/drawing/2014/main" id="{9CD0E89C-877F-6D0B-7426-C7EAA465028C}"/>
                                              </a:ext>
                                            </a:extLst>
                                          </p:cNvPr>
                                          <p:cNvSpPr txBox="1"/>
                                          <p:nvPr/>
                                        </p:nvSpPr>
                                        <p:spPr>
                                          <a:xfrm>
                                            <a:off x="3284833" y="479158"/>
                                            <a:ext cx="1761233" cy="1115874"/>
                                          </a:xfrm>
                                          <a:prstGeom prst="rect">
                                            <a:avLst/>
                                          </a:prstGeom>
                                          <a:noFill/>
                                          <a:ln>
                                            <a:noFill/>
                                          </a:ln>
                                        </p:spPr>
                                        <p:style>
                                          <a:lnRef idx="2">
                                            <a:schemeClr val="accent1"/>
                                          </a:lnRef>
                                          <a:fillRef idx="1">
                                            <a:schemeClr val="lt1"/>
                                          </a:fillRef>
                                          <a:effectRef idx="0">
                                            <a:schemeClr val="accent1"/>
                                          </a:effectRef>
                                          <a:fontRef idx="minor">
                                            <a:schemeClr val="dk1"/>
                                          </a:fontRef>
                                        </p:style>
                                        <p:txBody>
                                          <a:bodyPr spcFirstLastPara="0" vert="horz" wrap="square" lIns="91440" tIns="91440" rIns="91440" bIns="91440" numCol="1" spcCol="1270" anchor="ctr" anchorCtr="0">
                                            <a:noAutofit/>
                                          </a:bodyPr>
                                          <a:lstStyle/>
                                          <a:p>
                                            <a:pPr marL="0" lvl="0" indent="0" algn="ctr" defTabSz="1600200">
                                              <a:lnSpc>
                                                <a:spcPct val="90000"/>
                                              </a:lnSpc>
                                              <a:spcBef>
                                                <a:spcPct val="0"/>
                                              </a:spcBef>
                                              <a:spcAft>
                                                <a:spcPct val="35000"/>
                                              </a:spcAft>
                                              <a:buNone/>
                                            </a:pPr>
                                            <a:endParaRPr lang="ru-RU" sz="2000" kern="1200" dirty="0"/>
                                          </a:p>
                                        </p:txBody>
                                      </p:sp>
                                    </p:grpSp>
                                    <p:cxnSp>
                                      <p:nvCxnSpPr>
                                        <p:cNvPr id="17" name="Прямая соединительная линия 16">
                                          <a:extLst>
                                            <a:ext uri="{FF2B5EF4-FFF2-40B4-BE49-F238E27FC236}">
                                              <a16:creationId xmlns:a16="http://schemas.microsoft.com/office/drawing/2014/main" id="{841B0ACE-9E34-0EF8-C16E-745E040FC1FB}"/>
                                            </a:ext>
                                          </a:extLst>
                                        </p:cNvPr>
                                        <p:cNvCxnSpPr>
                                          <a:cxnSpLocks/>
                                          <a:endCxn id="22" idx="1"/>
                                        </p:cNvCxnSpPr>
                                        <p:nvPr/>
                                      </p:nvCxnSpPr>
                                      <p:spPr>
                                        <a:xfrm flipV="1">
                                          <a:off x="2005756" y="2118360"/>
                                          <a:ext cx="335307" cy="381000"/>
                                        </a:xfrm>
                                        <a:prstGeom prst="line">
                                          <a:avLst/>
                                        </a:prstGeom>
                                      </p:spPr>
                                      <p:style>
                                        <a:lnRef idx="1">
                                          <a:schemeClr val="accent2"/>
                                        </a:lnRef>
                                        <a:fillRef idx="0">
                                          <a:schemeClr val="accent2"/>
                                        </a:fillRef>
                                        <a:effectRef idx="0">
                                          <a:schemeClr val="accent2"/>
                                        </a:effectRef>
                                        <a:fontRef idx="minor">
                                          <a:schemeClr val="tx1"/>
                                        </a:fontRef>
                                      </p:style>
                                    </p:cxnSp>
                                  </p:grpSp>
                                  <p:grpSp>
                                    <p:nvGrpSpPr>
                                      <p:cNvPr id="21" name="Группа 20">
                                        <a:extLst>
                                          <a:ext uri="{FF2B5EF4-FFF2-40B4-BE49-F238E27FC236}">
                                            <a16:creationId xmlns:a16="http://schemas.microsoft.com/office/drawing/2014/main" id="{7E3CB73C-88BA-927B-DEAB-CE8790B411AF}"/>
                                          </a:ext>
                                        </a:extLst>
                                      </p:cNvPr>
                                      <p:cNvGrpSpPr/>
                                      <p:nvPr/>
                                    </p:nvGrpSpPr>
                                    <p:grpSpPr>
                                      <a:xfrm>
                                        <a:off x="2341063" y="1356935"/>
                                        <a:ext cx="1537613" cy="1522849"/>
                                        <a:chOff x="2953507" y="246045"/>
                                        <a:chExt cx="1891516" cy="1243622"/>
                                      </a:xfrm>
                                    </p:grpSpPr>
                                    <p:sp>
                                      <p:nvSpPr>
                                        <p:cNvPr id="22" name="Прямоугольник: скругленные углы 21">
                                          <a:extLst>
                                            <a:ext uri="{FF2B5EF4-FFF2-40B4-BE49-F238E27FC236}">
                                              <a16:creationId xmlns:a16="http://schemas.microsoft.com/office/drawing/2014/main" id="{A9553CA4-8F5F-11B0-2092-E30211346AB9}"/>
                                            </a:ext>
                                          </a:extLst>
                                        </p:cNvPr>
                                        <p:cNvSpPr/>
                                        <p:nvPr/>
                                      </p:nvSpPr>
                                      <p:spPr>
                                        <a:xfrm>
                                          <a:off x="2953507" y="246045"/>
                                          <a:ext cx="1891516" cy="1243622"/>
                                        </a:xfrm>
                                        <a:prstGeom prst="roundRect">
                                          <a:avLst/>
                                        </a:prstGeom>
                                      </p:spPr>
                                      <p:style>
                                        <a:lnRef idx="2">
                                          <a:schemeClr val="accent1"/>
                                        </a:lnRef>
                                        <a:fillRef idx="1">
                                          <a:schemeClr val="lt1"/>
                                        </a:fillRef>
                                        <a:effectRef idx="0">
                                          <a:schemeClr val="accent1"/>
                                        </a:effectRef>
                                        <a:fontRef idx="minor">
                                          <a:schemeClr val="dk1"/>
                                        </a:fontRef>
                                      </p:style>
                                      <p:txBody>
                                        <a:bodyPr/>
                                        <a:lstStyle/>
                                        <a:p>
                                          <a:endParaRPr lang="ru-RU"/>
                                        </a:p>
                                      </p:txBody>
                                    </p:sp>
                                    <p:sp>
                                      <p:nvSpPr>
                                        <p:cNvPr id="23" name="Прямоугольник: скругленные углы 4">
                                          <a:extLst>
                                            <a:ext uri="{FF2B5EF4-FFF2-40B4-BE49-F238E27FC236}">
                                              <a16:creationId xmlns:a16="http://schemas.microsoft.com/office/drawing/2014/main" id="{3B20EE8B-FE2B-5ACC-E4EC-25D23E9CEA22}"/>
                                            </a:ext>
                                          </a:extLst>
                                        </p:cNvPr>
                                        <p:cNvSpPr txBox="1"/>
                                        <p:nvPr/>
                                      </p:nvSpPr>
                                      <p:spPr>
                                        <a:xfrm>
                                          <a:off x="3022188" y="309674"/>
                                          <a:ext cx="1761233" cy="1115874"/>
                                        </a:xfrm>
                                        <a:prstGeom prst="rect">
                                          <a:avLst/>
                                        </a:prstGeom>
                                        <a:noFill/>
                                        <a:ln>
                                          <a:noFill/>
                                        </a:ln>
                                      </p:spPr>
                                      <p:style>
                                        <a:lnRef idx="2">
                                          <a:schemeClr val="accent1"/>
                                        </a:lnRef>
                                        <a:fillRef idx="1">
                                          <a:schemeClr val="lt1"/>
                                        </a:fillRef>
                                        <a:effectRef idx="0">
                                          <a:schemeClr val="accent1"/>
                                        </a:effectRef>
                                        <a:fontRef idx="minor">
                                          <a:schemeClr val="dk1"/>
                                        </a:fontRef>
                                      </p:style>
                                      <p:txBody>
                                        <a:bodyPr spcFirstLastPara="0" vert="horz" wrap="square" lIns="91440" tIns="91440" rIns="91440" bIns="91440" numCol="1" spcCol="1270" anchor="ctr" anchorCtr="0">
                                          <a:noAutofit/>
                                        </a:bodyPr>
                                        <a:lstStyle/>
                                        <a:p>
                                          <a:pPr marL="0" lvl="0" indent="0" algn="ctr" defTabSz="1600200">
                                            <a:lnSpc>
                                              <a:spcPct val="90000"/>
                                            </a:lnSpc>
                                            <a:spcBef>
                                              <a:spcPct val="0"/>
                                            </a:spcBef>
                                            <a:spcAft>
                                              <a:spcPct val="35000"/>
                                            </a:spcAft>
                                            <a:buNone/>
                                          </a:pPr>
                                          <a:r>
                                            <a:rPr lang="en-US" sz="2000" dirty="0"/>
                                            <a:t>“</a:t>
                                          </a:r>
                                          <a:r>
                                            <a:rPr lang="ru-RU" sz="2000" dirty="0"/>
                                            <a:t>Удалить глаголы</a:t>
                                          </a:r>
                                          <a:r>
                                            <a:rPr lang="en-US" sz="2000" dirty="0"/>
                                            <a:t>”</a:t>
                                          </a:r>
                                          <a:endParaRPr lang="ru-RU" sz="2000" kern="1200" dirty="0"/>
                                        </a:p>
                                      </p:txBody>
                                    </p:sp>
                                  </p:grpSp>
                                </p:grpSp>
                                <p:grpSp>
                                  <p:nvGrpSpPr>
                                    <p:cNvPr id="32" name="Группа 31">
                                      <a:extLst>
                                        <a:ext uri="{FF2B5EF4-FFF2-40B4-BE49-F238E27FC236}">
                                          <a16:creationId xmlns:a16="http://schemas.microsoft.com/office/drawing/2014/main" id="{0E1C1B02-FA3A-03E6-DF33-CB9286CFBE38}"/>
                                        </a:ext>
                                      </a:extLst>
                                    </p:cNvPr>
                                    <p:cNvGrpSpPr/>
                                    <p:nvPr/>
                                  </p:nvGrpSpPr>
                                  <p:grpSpPr>
                                    <a:xfrm>
                                      <a:off x="2061906" y="3479517"/>
                                      <a:ext cx="1848435" cy="1522849"/>
                                      <a:chOff x="2061906" y="3479517"/>
                                      <a:chExt cx="1848435" cy="1522849"/>
                                    </a:xfrm>
                                  </p:grpSpPr>
                                  <p:cxnSp>
                                    <p:nvCxnSpPr>
                                      <p:cNvPr id="18" name="Прямая соединительная линия 17">
                                        <a:extLst>
                                          <a:ext uri="{FF2B5EF4-FFF2-40B4-BE49-F238E27FC236}">
                                            <a16:creationId xmlns:a16="http://schemas.microsoft.com/office/drawing/2014/main" id="{D2519ECE-9419-93D2-BBD1-AA9FF3794D10}"/>
                                          </a:ext>
                                        </a:extLst>
                                      </p:cNvPr>
                                      <p:cNvCxnSpPr>
                                        <a:cxnSpLocks/>
                                        <a:endCxn id="25" idx="1"/>
                                      </p:cNvCxnSpPr>
                                      <p:nvPr/>
                                    </p:nvCxnSpPr>
                                    <p:spPr>
                                      <a:xfrm>
                                        <a:off x="2061906" y="3937216"/>
                                        <a:ext cx="310823" cy="303726"/>
                                      </a:xfrm>
                                      <a:prstGeom prst="line">
                                        <a:avLst/>
                                      </a:prstGeom>
                                    </p:spPr>
                                    <p:style>
                                      <a:lnRef idx="1">
                                        <a:schemeClr val="accent2"/>
                                      </a:lnRef>
                                      <a:fillRef idx="0">
                                        <a:schemeClr val="accent2"/>
                                      </a:fillRef>
                                      <a:effectRef idx="0">
                                        <a:schemeClr val="accent2"/>
                                      </a:effectRef>
                                      <a:fontRef idx="minor">
                                        <a:schemeClr val="tx1"/>
                                      </a:fontRef>
                                    </p:style>
                                  </p:cxnSp>
                                  <p:grpSp>
                                    <p:nvGrpSpPr>
                                      <p:cNvPr id="24" name="Группа 23">
                                        <a:extLst>
                                          <a:ext uri="{FF2B5EF4-FFF2-40B4-BE49-F238E27FC236}">
                                            <a16:creationId xmlns:a16="http://schemas.microsoft.com/office/drawing/2014/main" id="{3D6F0B39-A1F4-414F-CC85-338989F6F877}"/>
                                          </a:ext>
                                        </a:extLst>
                                      </p:cNvPr>
                                      <p:cNvGrpSpPr/>
                                      <p:nvPr/>
                                    </p:nvGrpSpPr>
                                    <p:grpSpPr>
                                      <a:xfrm>
                                        <a:off x="2372729" y="3479517"/>
                                        <a:ext cx="1537612" cy="1522849"/>
                                        <a:chOff x="2906601" y="351409"/>
                                        <a:chExt cx="1891516" cy="1243622"/>
                                      </a:xfrm>
                                    </p:grpSpPr>
                                    <p:sp>
                                      <p:nvSpPr>
                                        <p:cNvPr id="25" name="Прямоугольник: скругленные углы 24">
                                          <a:extLst>
                                            <a:ext uri="{FF2B5EF4-FFF2-40B4-BE49-F238E27FC236}">
                                              <a16:creationId xmlns:a16="http://schemas.microsoft.com/office/drawing/2014/main" id="{B77BA017-695D-199B-A0D1-E32F87E7758F}"/>
                                            </a:ext>
                                          </a:extLst>
                                        </p:cNvPr>
                                        <p:cNvSpPr/>
                                        <p:nvPr/>
                                      </p:nvSpPr>
                                      <p:spPr>
                                        <a:xfrm>
                                          <a:off x="2906601" y="351409"/>
                                          <a:ext cx="1891516" cy="1243622"/>
                                        </a:xfrm>
                                        <a:prstGeom prst="roundRect">
                                          <a:avLst/>
                                        </a:prstGeom>
                                      </p:spPr>
                                      <p:style>
                                        <a:lnRef idx="2">
                                          <a:schemeClr val="accent1"/>
                                        </a:lnRef>
                                        <a:fillRef idx="1">
                                          <a:schemeClr val="lt1"/>
                                        </a:fillRef>
                                        <a:effectRef idx="0">
                                          <a:schemeClr val="accent1"/>
                                        </a:effectRef>
                                        <a:fontRef idx="minor">
                                          <a:schemeClr val="dk1"/>
                                        </a:fontRef>
                                      </p:style>
                                      <p:txBody>
                                        <a:bodyPr/>
                                        <a:lstStyle/>
                                        <a:p>
                                          <a:endParaRPr lang="ru-RU"/>
                                        </a:p>
                                      </p:txBody>
                                    </p:sp>
                                    <p:sp>
                                      <p:nvSpPr>
                                        <p:cNvPr id="26" name="Прямоугольник: скругленные углы 4">
                                          <a:extLst>
                                            <a:ext uri="{FF2B5EF4-FFF2-40B4-BE49-F238E27FC236}">
                                              <a16:creationId xmlns:a16="http://schemas.microsoft.com/office/drawing/2014/main" id="{82B5C97C-1D83-EC19-F875-F6FA083F98D2}"/>
                                            </a:ext>
                                          </a:extLst>
                                        </p:cNvPr>
                                        <p:cNvSpPr txBox="1"/>
                                        <p:nvPr/>
                                      </p:nvSpPr>
                                      <p:spPr>
                                        <a:xfrm>
                                          <a:off x="2919804" y="445112"/>
                                          <a:ext cx="1761233" cy="1115874"/>
                                        </a:xfrm>
                                        <a:prstGeom prst="rect">
                                          <a:avLst/>
                                        </a:prstGeom>
                                        <a:noFill/>
                                        <a:ln>
                                          <a:noFill/>
                                        </a:ln>
                                      </p:spPr>
                                      <p:style>
                                        <a:lnRef idx="2">
                                          <a:schemeClr val="accent1"/>
                                        </a:lnRef>
                                        <a:fillRef idx="1">
                                          <a:schemeClr val="lt1"/>
                                        </a:fillRef>
                                        <a:effectRef idx="0">
                                          <a:schemeClr val="accent1"/>
                                        </a:effectRef>
                                        <a:fontRef idx="minor">
                                          <a:schemeClr val="dk1"/>
                                        </a:fontRef>
                                      </p:style>
                                      <p:txBody>
                                        <a:bodyPr spcFirstLastPara="0" vert="horz" wrap="square" lIns="91440" tIns="91440" rIns="91440" bIns="91440" numCol="1" spcCol="1270" anchor="ctr" anchorCtr="0">
                                          <a:noAutofit/>
                                        </a:bodyPr>
                                        <a:lstStyle/>
                                        <a:p>
                                          <a:pPr marL="0" lvl="0" indent="0" algn="ctr" defTabSz="1600200">
                                            <a:lnSpc>
                                              <a:spcPct val="90000"/>
                                            </a:lnSpc>
                                            <a:spcBef>
                                              <a:spcPct val="0"/>
                                            </a:spcBef>
                                            <a:spcAft>
                                              <a:spcPct val="35000"/>
                                            </a:spcAft>
                                            <a:buNone/>
                                          </a:pPr>
                                          <a:r>
                                            <a:rPr lang="en-US" sz="2000" dirty="0"/>
                                            <a:t>“</a:t>
                                          </a:r>
                                          <a:r>
                                            <a:rPr lang="ru-RU" sz="2000" dirty="0"/>
                                            <a:t>Выдать текст</a:t>
                                          </a:r>
                                          <a:r>
                                            <a:rPr lang="en-US" sz="2000" dirty="0"/>
                                            <a:t>”</a:t>
                                          </a:r>
                                          <a:endParaRPr lang="ru-RU" sz="2000" kern="1200" dirty="0"/>
                                        </a:p>
                                      </p:txBody>
                                    </p:sp>
                                  </p:grpSp>
                                </p:grpSp>
                              </p:grpSp>
                            </p:grpSp>
                            <p:sp>
                              <p:nvSpPr>
                                <p:cNvPr id="55" name="Овал 54">
                                  <a:extLst>
                                    <a:ext uri="{FF2B5EF4-FFF2-40B4-BE49-F238E27FC236}">
                                      <a16:creationId xmlns:a16="http://schemas.microsoft.com/office/drawing/2014/main" id="{23F9105C-9FE6-6A42-549B-0A004AD89E63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>
                                  <a:off x="313629" y="3336263"/>
                                  <a:ext cx="1843935" cy="1631765"/>
                                </a:xfrm>
                                <a:prstGeom prst="ellipse">
                                  <a:avLst/>
                                </a:prstGeom>
                              </p:spPr>
                              <p:style>
                                <a:lnRef idx="2">
                                  <a:schemeClr val="accent1"/>
                                </a:lnRef>
                                <a:fillRef idx="1">
                                  <a:schemeClr val="l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dk1"/>
                                </a:fontRef>
                              </p:style>
                              <p:txBody>
                                <a:bodyPr rtlCol="0" anchor="ctr"/>
                                <a:lstStyle/>
                                <a:p>
                                  <a:pPr algn="ctr"/>
                                  <a:r>
                                    <a:rPr lang="ru-RU" dirty="0"/>
                                    <a:t>Выбор задачи</a:t>
                                  </a:r>
                                </a:p>
                              </p:txBody>
                            </p:sp>
                          </p:grpSp>
                        </p:grpSp>
                      </p:grpSp>
                      <p:grpSp>
                        <p:nvGrpSpPr>
                          <p:cNvPr id="80" name="Группа 79">
                            <a:extLst>
                              <a:ext uri="{FF2B5EF4-FFF2-40B4-BE49-F238E27FC236}">
                                <a16:creationId xmlns:a16="http://schemas.microsoft.com/office/drawing/2014/main" id="{FF771E24-3F18-6DC4-F8FB-9A5058ABD18D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4152660" y="2385235"/>
                            <a:ext cx="1744107" cy="3550595"/>
                            <a:chOff x="4152660" y="2385235"/>
                            <a:chExt cx="1744107" cy="3550595"/>
                          </a:xfrm>
                        </p:grpSpPr>
                        <p:grpSp>
                          <p:nvGrpSpPr>
                            <p:cNvPr id="79" name="Группа 78">
                              <a:extLst>
                                <a:ext uri="{FF2B5EF4-FFF2-40B4-BE49-F238E27FC236}">
                                  <a16:creationId xmlns:a16="http://schemas.microsoft.com/office/drawing/2014/main" id="{CA3714B9-DB9F-7546-CD98-59EF3C1E28BE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4152660" y="4412981"/>
                              <a:ext cx="1744107" cy="1522849"/>
                              <a:chOff x="4152660" y="4412981"/>
                              <a:chExt cx="1744107" cy="1522849"/>
                            </a:xfrm>
                          </p:grpSpPr>
                          <p:sp>
                            <p:nvSpPr>
                              <p:cNvPr id="59" name="Прямоугольник: скругленные углы 58">
                                <a:extLst>
                                  <a:ext uri="{FF2B5EF4-FFF2-40B4-BE49-F238E27FC236}">
                                    <a16:creationId xmlns:a16="http://schemas.microsoft.com/office/drawing/2014/main" id="{9DEE0A6E-F2A1-9C56-5517-68D7E3F9BED0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4153118" y="4412981"/>
                                <a:ext cx="1654364" cy="1522849"/>
                              </a:xfrm>
                              <a:prstGeom prst="roundRect">
                                <a:avLst/>
                              </a:prstGeom>
                            </p:spPr>
                            <p:style>
                              <a:lnRef idx="2">
                                <a:schemeClr val="accent1"/>
                              </a:lnRef>
                              <a:fillRef idx="1">
                                <a:schemeClr val="l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dk1"/>
                              </a:fontRef>
                            </p:style>
                            <p:txBody>
                              <a:bodyPr/>
                              <a:lstStyle/>
                              <a:p>
                                <a:endParaRPr lang="ru-RU" dirty="0"/>
                              </a:p>
                            </p:txBody>
                          </p:sp>
                          <p:sp>
                            <p:nvSpPr>
                              <p:cNvPr id="60" name="Прямоугольник: скругленные углы 4">
                                <a:extLst>
                                  <a:ext uri="{FF2B5EF4-FFF2-40B4-BE49-F238E27FC236}">
                                    <a16:creationId xmlns:a16="http://schemas.microsoft.com/office/drawing/2014/main" id="{4D24550E-EBD7-79F0-252F-4CC58EC16204}"/>
                                  </a:ext>
                                </a:extLst>
                              </p:cNvPr>
                              <p:cNvSpPr txBox="1"/>
                              <p:nvPr/>
                            </p:nvSpPr>
                            <p:spPr>
                              <a:xfrm>
                                <a:off x="4152660" y="4487372"/>
                                <a:ext cx="1744107" cy="1366418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</p:spPr>
                            <p:style>
                              <a:lnRef idx="2">
                                <a:schemeClr val="accent1"/>
                              </a:lnRef>
                              <a:fillRef idx="1">
                                <a:schemeClr val="l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dk1"/>
                              </a:fontRef>
                            </p:style>
                            <p:txBody>
                              <a:bodyPr spcFirstLastPara="0" vert="horz" wrap="square" lIns="91440" tIns="91440" rIns="91440" bIns="91440" numCol="1" spcCol="1270" anchor="ctr" anchorCtr="0">
                                <a:noAutofit/>
                              </a:bodyPr>
                              <a:lstStyle/>
                              <a:p>
                                <a:pPr marL="0" lvl="0" indent="0" algn="ctr" defTabSz="1600200">
                                  <a:lnSpc>
                                    <a:spcPct val="90000"/>
                                  </a:lnSpc>
                                  <a:spcBef>
                                    <a:spcPct val="0"/>
                                  </a:spcBef>
                                  <a:spcAft>
                                    <a:spcPct val="35000"/>
                                  </a:spcAft>
                                  <a:buNone/>
                                </a:pPr>
                                <a:r>
                                  <a:rPr lang="en-US" sz="2000" dirty="0"/>
                                  <a:t>“</a:t>
                                </a:r>
                                <a:r>
                                  <a:rPr lang="ru-RU" sz="2000" dirty="0"/>
                                  <a:t>1, 2</a:t>
                                </a:r>
                                <a:r>
                                  <a:rPr lang="en-US" sz="2000" dirty="0"/>
                                  <a:t>A, 2B, 3A, 3B”</a:t>
                                </a:r>
                                <a:endParaRPr lang="ru-RU" sz="2000" kern="1200" dirty="0"/>
                              </a:p>
                            </p:txBody>
                          </p:sp>
                        </p:grpSp>
                        <p:sp>
                          <p:nvSpPr>
                            <p:cNvPr id="58" name="Прямоугольник: скругленные углы 4">
                              <a:extLst>
                                <a:ext uri="{FF2B5EF4-FFF2-40B4-BE49-F238E27FC236}">
                                  <a16:creationId xmlns:a16="http://schemas.microsoft.com/office/drawing/2014/main" id="{CB05DD62-2C47-420F-1B55-A369DB0F4105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4284996" y="2385235"/>
                              <a:ext cx="1431706" cy="1366418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</p:spPr>
                          <p:style>
                            <a:lnRef idx="2">
                              <a:schemeClr val="accent1"/>
                            </a:lnRef>
                            <a:fillRef idx="1">
                              <a:schemeClr val="l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dk1"/>
                            </a:fontRef>
                          </p:style>
                          <p:txBody>
                            <a:bodyPr spcFirstLastPara="0" vert="horz" wrap="square" lIns="91440" tIns="91440" rIns="91440" bIns="91440" numCol="1" spcCol="1270" anchor="ctr" anchorCtr="0">
                              <a:noAutofit/>
                            </a:bodyPr>
                            <a:lstStyle/>
                            <a:p>
                              <a:pPr marL="0" lvl="0" indent="0" algn="ctr" defTabSz="1600200">
                                <a:lnSpc>
                                  <a:spcPct val="9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35000"/>
                                </a:spcAft>
                                <a:buNone/>
                              </a:pPr>
                              <a:r>
                                <a:rPr lang="ru-RU" sz="2000" kern="1200" dirty="0"/>
                                <a:t>Загрузка документа</a:t>
                              </a:r>
                            </a:p>
                          </p:txBody>
                        </p:sp>
                      </p:grpSp>
                    </p:grpSp>
                  </p:grpSp>
                  <p:grpSp>
                    <p:nvGrpSpPr>
                      <p:cNvPr id="62" name="Группа 61">
                        <a:extLst>
                          <a:ext uri="{FF2B5EF4-FFF2-40B4-BE49-F238E27FC236}">
                            <a16:creationId xmlns:a16="http://schemas.microsoft.com/office/drawing/2014/main" id="{C0A434E2-C106-F8B3-8636-4EA8DD610902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6093159" y="4266242"/>
                        <a:ext cx="1523835" cy="1881731"/>
                        <a:chOff x="7988825" y="2105328"/>
                        <a:chExt cx="1523835" cy="1881731"/>
                      </a:xfrm>
                    </p:grpSpPr>
                    <p:sp>
                      <p:nvSpPr>
                        <p:cNvPr id="63" name="Прямоугольник: загнутый угол 62">
                          <a:extLst>
                            <a:ext uri="{FF2B5EF4-FFF2-40B4-BE49-F238E27FC236}">
                              <a16:creationId xmlns:a16="http://schemas.microsoft.com/office/drawing/2014/main" id="{E76C27C9-5555-57F1-02AD-9BD58C629FC2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015740" y="2108336"/>
                          <a:ext cx="1466440" cy="1878723"/>
                        </a:xfrm>
                        <a:prstGeom prst="foldedCorner">
                          <a:avLst/>
                        </a:prstGeom>
                      </p:spPr>
                      <p:style>
                        <a:lnRef idx="2">
                          <a:schemeClr val="accent1"/>
                        </a:lnRef>
                        <a:fillRef idx="1">
                          <a:schemeClr val="lt1"/>
                        </a:fillRef>
                        <a:effectRef idx="0">
                          <a:schemeClr val="accent1"/>
                        </a:effectRef>
                        <a:fontRef idx="minor">
                          <a:schemeClr val="dk1"/>
                        </a:fontRef>
                      </p:style>
                      <p:txBody>
                        <a:bodyPr rtlCol="0" anchor="ctr"/>
                        <a:lstStyle/>
                        <a:p>
                          <a:pPr marL="285750" indent="-285750" algn="ctr">
                            <a:buFontTx/>
                            <a:buChar char="-"/>
                          </a:pPr>
                          <a:endParaRPr lang="ru-RU" dirty="0"/>
                        </a:p>
                      </p:txBody>
                    </p:sp>
                    <p:sp>
                      <p:nvSpPr>
                        <p:cNvPr id="64" name="Прямоугольник: скругленные углы 4">
                          <a:extLst>
                            <a:ext uri="{FF2B5EF4-FFF2-40B4-BE49-F238E27FC236}">
                              <a16:creationId xmlns:a16="http://schemas.microsoft.com/office/drawing/2014/main" id="{CE3D6559-A221-ADE3-B985-FF71A1151EC9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7988825" y="2105328"/>
                          <a:ext cx="1523835" cy="187872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  <p:style>
                        <a:lnRef idx="2">
                          <a:schemeClr val="accent1"/>
                        </a:lnRef>
                        <a:fillRef idx="1">
                          <a:schemeClr val="lt1"/>
                        </a:fillRef>
                        <a:effectRef idx="0">
                          <a:schemeClr val="accent1"/>
                        </a:effectRef>
                        <a:fontRef idx="minor">
                          <a:schemeClr val="dk1"/>
                        </a:fontRef>
                      </p:style>
                      <p:txBody>
                        <a:bodyPr spcFirstLastPara="0" vert="horz" wrap="square" lIns="91440" tIns="91440" rIns="91440" bIns="91440" numCol="1" spcCol="1270" anchor="ctr" anchorCtr="0">
                          <a:noAutofit/>
                        </a:bodyPr>
                        <a:lstStyle/>
                        <a:p>
                          <a:pPr lvl="0" algn="ctr" defTabSz="1600200">
                            <a:lnSpc>
                              <a:spcPct val="90000"/>
                            </a:lnSpc>
                            <a:spcBef>
                              <a:spcPct val="0"/>
                            </a:spcBef>
                            <a:spcAft>
                              <a:spcPct val="35000"/>
                            </a:spcAft>
                          </a:pPr>
                          <a:r>
                            <a:rPr lang="ru-RU" sz="1600" dirty="0"/>
                            <a:t>- ключевые слова</a:t>
                          </a:r>
                        </a:p>
                        <a:p>
                          <a:pPr lvl="0" algn="ctr" defTabSz="1600200">
                            <a:lnSpc>
                              <a:spcPct val="90000"/>
                            </a:lnSpc>
                            <a:spcBef>
                              <a:spcPct val="0"/>
                            </a:spcBef>
                            <a:spcAft>
                              <a:spcPct val="35000"/>
                            </a:spcAft>
                          </a:pPr>
                          <a:r>
                            <a:rPr lang="ru-RU" sz="1600" dirty="0"/>
                            <a:t>- текст   судебного решения</a:t>
                          </a:r>
                          <a:endParaRPr lang="ru-RU" sz="1600" kern="1200" dirty="0"/>
                        </a:p>
                      </p:txBody>
                    </p:sp>
                  </p:grpSp>
                </p:grpSp>
                <p:cxnSp>
                  <p:nvCxnSpPr>
                    <p:cNvPr id="84" name="Прямая соединительная линия 83">
                      <a:extLst>
                        <a:ext uri="{FF2B5EF4-FFF2-40B4-BE49-F238E27FC236}">
                          <a16:creationId xmlns:a16="http://schemas.microsoft.com/office/drawing/2014/main" id="{BBEF952B-47E7-10F3-54B4-58A3C8A1701C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5807482" y="3039188"/>
                      <a:ext cx="335307" cy="8811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2"/>
                    </a:lnRef>
                    <a:fillRef idx="0">
                      <a:schemeClr val="accent2"/>
                    </a:fillRef>
                    <a:effectRef idx="0">
                      <a:schemeClr val="accent2"/>
                    </a:effectRef>
                    <a:fontRef idx="minor">
                      <a:schemeClr val="tx1"/>
                    </a:fontRef>
                  </p:style>
                </p:cxnSp>
              </p:grpSp>
            </p:grpSp>
          </p:grpSp>
        </p:grpSp>
      </p:grpSp>
    </p:spTree>
    <p:extLst>
      <p:ext uri="{BB962C8B-B14F-4D97-AF65-F5344CB8AC3E}">
        <p14:creationId xmlns:p14="http://schemas.microsoft.com/office/powerpoint/2010/main" val="22388688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B1723B-E7E6-6B5C-EC0B-D351A426F3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4E7B17-E338-3166-1752-887ECA5DB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работы чат-бота</a:t>
            </a:r>
          </a:p>
        </p:txBody>
      </p: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2CA178B8-3D17-5FE6-88B9-214B841DD6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09" r="78786" b="93591"/>
          <a:stretch>
            <a:fillRect/>
          </a:stretch>
        </p:blipFill>
        <p:spPr>
          <a:xfrm>
            <a:off x="944631" y="1460551"/>
            <a:ext cx="1814953" cy="740359"/>
          </a:xfrm>
          <a:prstGeom prst="rect">
            <a:avLst/>
          </a:prstGeom>
        </p:spPr>
      </p:pic>
      <p:grpSp>
        <p:nvGrpSpPr>
          <p:cNvPr id="19" name="Группа 18">
            <a:extLst>
              <a:ext uri="{FF2B5EF4-FFF2-40B4-BE49-F238E27FC236}">
                <a16:creationId xmlns:a16="http://schemas.microsoft.com/office/drawing/2014/main" id="{B8E86036-869E-B1C6-24E4-22A23B50504A}"/>
              </a:ext>
            </a:extLst>
          </p:cNvPr>
          <p:cNvGrpSpPr/>
          <p:nvPr/>
        </p:nvGrpSpPr>
        <p:grpSpPr>
          <a:xfrm>
            <a:off x="305247" y="2309132"/>
            <a:ext cx="3747209" cy="4198238"/>
            <a:chOff x="305247" y="2309132"/>
            <a:chExt cx="3747209" cy="4198238"/>
          </a:xfrm>
        </p:grpSpPr>
        <p:grpSp>
          <p:nvGrpSpPr>
            <p:cNvPr id="10" name="Группа 9">
              <a:extLst>
                <a:ext uri="{FF2B5EF4-FFF2-40B4-BE49-F238E27FC236}">
                  <a16:creationId xmlns:a16="http://schemas.microsoft.com/office/drawing/2014/main" id="{ED62136C-DABF-C235-8F51-923153A0ACC8}"/>
                </a:ext>
              </a:extLst>
            </p:cNvPr>
            <p:cNvGrpSpPr/>
            <p:nvPr/>
          </p:nvGrpSpPr>
          <p:grpSpPr>
            <a:xfrm>
              <a:off x="1152641" y="2309132"/>
              <a:ext cx="2798198" cy="740361"/>
              <a:chOff x="1152641" y="2309132"/>
              <a:chExt cx="2798198" cy="740361"/>
            </a:xfrm>
          </p:grpSpPr>
          <p:sp>
            <p:nvSpPr>
              <p:cNvPr id="12" name="Прямоугольник: скругленные углы 4">
                <a:extLst>
                  <a:ext uri="{FF2B5EF4-FFF2-40B4-BE49-F238E27FC236}">
                    <a16:creationId xmlns:a16="http://schemas.microsoft.com/office/drawing/2014/main" id="{31C69B10-6A62-1DCC-E7E1-D2625318B441}"/>
                  </a:ext>
                </a:extLst>
              </p:cNvPr>
              <p:cNvSpPr txBox="1"/>
              <p:nvPr/>
            </p:nvSpPr>
            <p:spPr>
              <a:xfrm>
                <a:off x="1152641" y="2309132"/>
                <a:ext cx="2005159" cy="74036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spcFirstLastPara="0" vert="horz" wrap="square" lIns="91440" tIns="91440" rIns="91440" bIns="91440" numCol="1" spcCol="1270" anchor="ctr" anchorCtr="0">
                <a:noAutofit/>
              </a:bodyPr>
              <a:lstStyle/>
              <a:p>
                <a:pPr marL="0" lvl="0" indent="0" algn="ctr" defTabSz="16002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ru-RU" sz="2000" kern="1200" dirty="0"/>
                  <a:t>Приветствие</a:t>
                </a:r>
              </a:p>
            </p:txBody>
          </p:sp>
          <p:pic>
            <p:nvPicPr>
              <p:cNvPr id="3" name="Рисунок 2" descr="Стрелка: прямо со сплошной заливкой">
                <a:extLst>
                  <a:ext uri="{FF2B5EF4-FFF2-40B4-BE49-F238E27FC236}">
                    <a16:creationId xmlns:a16="http://schemas.microsoft.com/office/drawing/2014/main" id="{828EAB76-55A3-921E-5658-25C14A5B79A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 rot="10018105">
                <a:off x="3117869" y="2441094"/>
                <a:ext cx="832970" cy="289287"/>
              </a:xfrm>
              <a:prstGeom prst="rect">
                <a:avLst/>
              </a:prstGeom>
            </p:spPr>
          </p:pic>
        </p:grpSp>
        <p:grpSp>
          <p:nvGrpSpPr>
            <p:cNvPr id="11" name="Группа 10">
              <a:extLst>
                <a:ext uri="{FF2B5EF4-FFF2-40B4-BE49-F238E27FC236}">
                  <a16:creationId xmlns:a16="http://schemas.microsoft.com/office/drawing/2014/main" id="{75AA48BB-C143-9423-F4D3-8C3DD321B256}"/>
                </a:ext>
              </a:extLst>
            </p:cNvPr>
            <p:cNvGrpSpPr/>
            <p:nvPr/>
          </p:nvGrpSpPr>
          <p:grpSpPr>
            <a:xfrm>
              <a:off x="305247" y="3058820"/>
              <a:ext cx="3747209" cy="740360"/>
              <a:chOff x="305247" y="3058820"/>
              <a:chExt cx="3747209" cy="740360"/>
            </a:xfrm>
          </p:grpSpPr>
          <p:sp>
            <p:nvSpPr>
              <p:cNvPr id="17" name="Прямоугольник: скругленные углы 4">
                <a:extLst>
                  <a:ext uri="{FF2B5EF4-FFF2-40B4-BE49-F238E27FC236}">
                    <a16:creationId xmlns:a16="http://schemas.microsoft.com/office/drawing/2014/main" id="{E93579BA-6091-9681-FAA2-4423E8C3F25B}"/>
                  </a:ext>
                </a:extLst>
              </p:cNvPr>
              <p:cNvSpPr txBox="1"/>
              <p:nvPr/>
            </p:nvSpPr>
            <p:spPr>
              <a:xfrm>
                <a:off x="305247" y="3058820"/>
                <a:ext cx="3093719" cy="74036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spcFirstLastPara="0" vert="horz" wrap="square" lIns="91440" tIns="91440" rIns="91440" bIns="91440" numCol="1" spcCol="1270" anchor="ctr" anchorCtr="0">
                <a:noAutofit/>
              </a:bodyPr>
              <a:lstStyle/>
              <a:p>
                <a:pPr marL="0" lvl="0" indent="0" algn="ctr" defTabSz="16002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ru-RU" sz="2000" kern="1200" dirty="0"/>
                  <a:t>Пользователь выбирает на клавиатуре задачу</a:t>
                </a:r>
              </a:p>
            </p:txBody>
          </p:sp>
          <p:pic>
            <p:nvPicPr>
              <p:cNvPr id="4" name="Рисунок 3" descr="Стрелка: прямо со сплошной заливкой">
                <a:extLst>
                  <a:ext uri="{FF2B5EF4-FFF2-40B4-BE49-F238E27FC236}">
                    <a16:creationId xmlns:a16="http://schemas.microsoft.com/office/drawing/2014/main" id="{0779A333-33CD-131F-5F4A-C70CAF41938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 rot="11429296">
                <a:off x="3219486" y="3418476"/>
                <a:ext cx="832970" cy="289287"/>
              </a:xfrm>
              <a:prstGeom prst="rect">
                <a:avLst/>
              </a:prstGeom>
            </p:spPr>
          </p:pic>
        </p:grpSp>
        <p:grpSp>
          <p:nvGrpSpPr>
            <p:cNvPr id="13" name="Группа 12">
              <a:extLst>
                <a:ext uri="{FF2B5EF4-FFF2-40B4-BE49-F238E27FC236}">
                  <a16:creationId xmlns:a16="http://schemas.microsoft.com/office/drawing/2014/main" id="{ABB9F391-F04A-3FBC-4227-FFA5411BB365}"/>
                </a:ext>
              </a:extLst>
            </p:cNvPr>
            <p:cNvGrpSpPr/>
            <p:nvPr/>
          </p:nvGrpSpPr>
          <p:grpSpPr>
            <a:xfrm>
              <a:off x="431337" y="3970392"/>
              <a:ext cx="3611596" cy="740360"/>
              <a:chOff x="431337" y="3970392"/>
              <a:chExt cx="3611596" cy="740360"/>
            </a:xfrm>
          </p:grpSpPr>
          <p:sp>
            <p:nvSpPr>
              <p:cNvPr id="20" name="Прямоугольник: скругленные углы 4">
                <a:extLst>
                  <a:ext uri="{FF2B5EF4-FFF2-40B4-BE49-F238E27FC236}">
                    <a16:creationId xmlns:a16="http://schemas.microsoft.com/office/drawing/2014/main" id="{8055FDDC-B6B1-F47F-67DD-2D2926B5EC07}"/>
                  </a:ext>
                </a:extLst>
              </p:cNvPr>
              <p:cNvSpPr txBox="1"/>
              <p:nvPr/>
            </p:nvSpPr>
            <p:spPr>
              <a:xfrm>
                <a:off x="431337" y="3970392"/>
                <a:ext cx="3204633" cy="74036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spcFirstLastPara="0" vert="horz" wrap="square" lIns="91440" tIns="91440" rIns="91440" bIns="91440" numCol="1" spcCol="1270" anchor="ctr" anchorCtr="0">
                <a:noAutofit/>
              </a:bodyPr>
              <a:lstStyle/>
              <a:p>
                <a:pPr marL="0" lvl="0" indent="0" algn="ctr" defTabSz="16002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ru-RU" sz="2000" kern="1200" dirty="0"/>
                  <a:t>Бот спрашивает, какой текст прислать</a:t>
                </a:r>
              </a:p>
            </p:txBody>
          </p:sp>
          <p:pic>
            <p:nvPicPr>
              <p:cNvPr id="5" name="Рисунок 4" descr="Стрелка: прямо со сплошной заливкой">
                <a:extLst>
                  <a:ext uri="{FF2B5EF4-FFF2-40B4-BE49-F238E27FC236}">
                    <a16:creationId xmlns:a16="http://schemas.microsoft.com/office/drawing/2014/main" id="{F9059C66-4161-8F0E-C50B-C2CC7ADACDD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 rot="10525233">
                <a:off x="3209963" y="4338463"/>
                <a:ext cx="832970" cy="289287"/>
              </a:xfrm>
              <a:prstGeom prst="rect">
                <a:avLst/>
              </a:prstGeom>
            </p:spPr>
          </p:pic>
        </p:grpSp>
        <p:grpSp>
          <p:nvGrpSpPr>
            <p:cNvPr id="14" name="Группа 13">
              <a:extLst>
                <a:ext uri="{FF2B5EF4-FFF2-40B4-BE49-F238E27FC236}">
                  <a16:creationId xmlns:a16="http://schemas.microsoft.com/office/drawing/2014/main" id="{A2A373C8-0DA1-984A-8204-D42C6080F8AC}"/>
                </a:ext>
              </a:extLst>
            </p:cNvPr>
            <p:cNvGrpSpPr/>
            <p:nvPr/>
          </p:nvGrpSpPr>
          <p:grpSpPr>
            <a:xfrm>
              <a:off x="347706" y="4773572"/>
              <a:ext cx="3684928" cy="1005839"/>
              <a:chOff x="347706" y="4773572"/>
              <a:chExt cx="3684928" cy="1005839"/>
            </a:xfrm>
          </p:grpSpPr>
          <p:sp>
            <p:nvSpPr>
              <p:cNvPr id="22" name="Прямоугольник: скругленные углы 4">
                <a:extLst>
                  <a:ext uri="{FF2B5EF4-FFF2-40B4-BE49-F238E27FC236}">
                    <a16:creationId xmlns:a16="http://schemas.microsoft.com/office/drawing/2014/main" id="{A922DDD1-1B5E-CD55-D97B-35FBEFADEB73}"/>
                  </a:ext>
                </a:extLst>
              </p:cNvPr>
              <p:cNvSpPr txBox="1"/>
              <p:nvPr/>
            </p:nvSpPr>
            <p:spPr>
              <a:xfrm>
                <a:off x="347706" y="4773572"/>
                <a:ext cx="3093719" cy="100583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spcFirstLastPara="0" vert="horz" wrap="square" lIns="91440" tIns="91440" rIns="91440" bIns="91440" numCol="1" spcCol="1270" anchor="ctr" anchorCtr="0">
                <a:noAutofit/>
              </a:bodyPr>
              <a:lstStyle/>
              <a:p>
                <a:pPr marL="0" lvl="0" indent="0" algn="ctr" defTabSz="16002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ru-RU" sz="2000" kern="1200" dirty="0"/>
                  <a:t>Пользователь выбирает на клавиатуре тип текста</a:t>
                </a:r>
              </a:p>
            </p:txBody>
          </p:sp>
          <p:pic>
            <p:nvPicPr>
              <p:cNvPr id="6" name="Рисунок 5" descr="Стрелка: прямо со сплошной заливкой">
                <a:extLst>
                  <a:ext uri="{FF2B5EF4-FFF2-40B4-BE49-F238E27FC236}">
                    <a16:creationId xmlns:a16="http://schemas.microsoft.com/office/drawing/2014/main" id="{B5174CD5-666E-F93D-1EEF-0991858AC00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 rot="10107602">
                <a:off x="3199664" y="5064537"/>
                <a:ext cx="832970" cy="289287"/>
              </a:xfrm>
              <a:prstGeom prst="rect">
                <a:avLst/>
              </a:prstGeom>
            </p:spPr>
          </p:pic>
        </p:grpSp>
        <p:grpSp>
          <p:nvGrpSpPr>
            <p:cNvPr id="16" name="Группа 15">
              <a:extLst>
                <a:ext uri="{FF2B5EF4-FFF2-40B4-BE49-F238E27FC236}">
                  <a16:creationId xmlns:a16="http://schemas.microsoft.com/office/drawing/2014/main" id="{34B86BD1-B3BD-39B0-CA21-BBEC381E68BE}"/>
                </a:ext>
              </a:extLst>
            </p:cNvPr>
            <p:cNvGrpSpPr/>
            <p:nvPr/>
          </p:nvGrpSpPr>
          <p:grpSpPr>
            <a:xfrm>
              <a:off x="771094" y="5644276"/>
              <a:ext cx="3204633" cy="863094"/>
              <a:chOff x="771094" y="5644276"/>
              <a:chExt cx="3204633" cy="863094"/>
            </a:xfrm>
          </p:grpSpPr>
          <p:sp>
            <p:nvSpPr>
              <p:cNvPr id="26" name="Прямоугольник: скругленные углы 4">
                <a:extLst>
                  <a:ext uri="{FF2B5EF4-FFF2-40B4-BE49-F238E27FC236}">
                    <a16:creationId xmlns:a16="http://schemas.microsoft.com/office/drawing/2014/main" id="{AE6E8269-B0AE-FA20-404B-387B19340144}"/>
                  </a:ext>
                </a:extLst>
              </p:cNvPr>
              <p:cNvSpPr txBox="1"/>
              <p:nvPr/>
            </p:nvSpPr>
            <p:spPr>
              <a:xfrm>
                <a:off x="771094" y="5846722"/>
                <a:ext cx="3204633" cy="66064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spcFirstLastPara="0" vert="horz" wrap="square" lIns="91440" tIns="91440" rIns="91440" bIns="91440" numCol="1" spcCol="1270" anchor="ctr" anchorCtr="0">
                <a:noAutofit/>
              </a:bodyPr>
              <a:lstStyle/>
              <a:p>
                <a:pPr marL="0" lvl="0" indent="0" algn="ctr" defTabSz="16002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ru-RU" sz="2000" kern="1200" dirty="0"/>
                  <a:t>Бот присылает текст</a:t>
                </a:r>
              </a:p>
            </p:txBody>
          </p:sp>
          <p:pic>
            <p:nvPicPr>
              <p:cNvPr id="8" name="Рисунок 7" descr="Стрелка: прямо со сплошной заливкой">
                <a:extLst>
                  <a:ext uri="{FF2B5EF4-FFF2-40B4-BE49-F238E27FC236}">
                    <a16:creationId xmlns:a16="http://schemas.microsoft.com/office/drawing/2014/main" id="{D92B6F72-CEA7-E67C-C1B8-0720DE0F32D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 rot="9417739">
                <a:off x="3119368" y="5644276"/>
                <a:ext cx="832970" cy="289287"/>
              </a:xfrm>
              <a:prstGeom prst="rect">
                <a:avLst/>
              </a:prstGeom>
            </p:spPr>
          </p:pic>
        </p:grpSp>
      </p:grp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56540015-F84D-EFF1-8E44-9BD7EDD1C37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8282" y="1571213"/>
            <a:ext cx="4984010" cy="4208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99625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E0B73F-30A6-EBA3-54EC-F67F6DDC7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работы чат-бота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10E3F04-B7F7-FA96-F7A8-279BB0D895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0582" y="1615963"/>
            <a:ext cx="4230749" cy="4063681"/>
          </a:xfrm>
          <a:prstGeom prst="rect">
            <a:avLst/>
          </a:prstGeom>
        </p:spPr>
      </p:pic>
      <p:grpSp>
        <p:nvGrpSpPr>
          <p:cNvPr id="24" name="Группа 23">
            <a:extLst>
              <a:ext uri="{FF2B5EF4-FFF2-40B4-BE49-F238E27FC236}">
                <a16:creationId xmlns:a16="http://schemas.microsoft.com/office/drawing/2014/main" id="{DBC8DAD0-9624-FCFD-58CA-1A8AE59BC509}"/>
              </a:ext>
            </a:extLst>
          </p:cNvPr>
          <p:cNvGrpSpPr/>
          <p:nvPr/>
        </p:nvGrpSpPr>
        <p:grpSpPr>
          <a:xfrm>
            <a:off x="733671" y="1937878"/>
            <a:ext cx="3726911" cy="3325958"/>
            <a:chOff x="377742" y="2309132"/>
            <a:chExt cx="3726911" cy="3325958"/>
          </a:xfrm>
        </p:grpSpPr>
        <p:grpSp>
          <p:nvGrpSpPr>
            <p:cNvPr id="25" name="Группа 24">
              <a:extLst>
                <a:ext uri="{FF2B5EF4-FFF2-40B4-BE49-F238E27FC236}">
                  <a16:creationId xmlns:a16="http://schemas.microsoft.com/office/drawing/2014/main" id="{8D3A7694-44CF-4DD0-BC9E-A6BF543C5CD4}"/>
                </a:ext>
              </a:extLst>
            </p:cNvPr>
            <p:cNvGrpSpPr/>
            <p:nvPr/>
          </p:nvGrpSpPr>
          <p:grpSpPr>
            <a:xfrm>
              <a:off x="1152641" y="2309132"/>
              <a:ext cx="2798198" cy="740361"/>
              <a:chOff x="1152641" y="2309132"/>
              <a:chExt cx="2798198" cy="740361"/>
            </a:xfrm>
          </p:grpSpPr>
          <p:sp>
            <p:nvSpPr>
              <p:cNvPr id="38" name="Прямоугольник: скругленные углы 4">
                <a:extLst>
                  <a:ext uri="{FF2B5EF4-FFF2-40B4-BE49-F238E27FC236}">
                    <a16:creationId xmlns:a16="http://schemas.microsoft.com/office/drawing/2014/main" id="{9C78D9C3-8198-C5BD-3AB3-D43EF5070CE0}"/>
                  </a:ext>
                </a:extLst>
              </p:cNvPr>
              <p:cNvSpPr txBox="1"/>
              <p:nvPr/>
            </p:nvSpPr>
            <p:spPr>
              <a:xfrm>
                <a:off x="1152641" y="2309132"/>
                <a:ext cx="2005159" cy="74036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spcFirstLastPara="0" vert="horz" wrap="square" lIns="91440" tIns="91440" rIns="91440" bIns="91440" numCol="1" spcCol="1270" anchor="ctr" anchorCtr="0">
                <a:noAutofit/>
              </a:bodyPr>
              <a:lstStyle/>
              <a:p>
                <a:pPr marL="0" lvl="0" indent="0" algn="ctr" defTabSz="16002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ru-RU" sz="2000" kern="1200" dirty="0"/>
                  <a:t>Приветствие</a:t>
                </a:r>
              </a:p>
            </p:txBody>
          </p:sp>
          <p:pic>
            <p:nvPicPr>
              <p:cNvPr id="39" name="Рисунок 38" descr="Стрелка: прямо со сплошной заливкой">
                <a:extLst>
                  <a:ext uri="{FF2B5EF4-FFF2-40B4-BE49-F238E27FC236}">
                    <a16:creationId xmlns:a16="http://schemas.microsoft.com/office/drawing/2014/main" id="{24C3B1A5-1F3C-6863-8F44-09D51607D0A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 rot="10018105">
                <a:off x="3117869" y="2441094"/>
                <a:ext cx="832970" cy="289287"/>
              </a:xfrm>
              <a:prstGeom prst="rect">
                <a:avLst/>
              </a:prstGeom>
            </p:spPr>
          </p:pic>
        </p:grpSp>
        <p:grpSp>
          <p:nvGrpSpPr>
            <p:cNvPr id="26" name="Группа 25">
              <a:extLst>
                <a:ext uri="{FF2B5EF4-FFF2-40B4-BE49-F238E27FC236}">
                  <a16:creationId xmlns:a16="http://schemas.microsoft.com/office/drawing/2014/main" id="{DC06E77D-8CB9-59A4-1BD4-34409C93018C}"/>
                </a:ext>
              </a:extLst>
            </p:cNvPr>
            <p:cNvGrpSpPr/>
            <p:nvPr/>
          </p:nvGrpSpPr>
          <p:grpSpPr>
            <a:xfrm>
              <a:off x="377742" y="2844668"/>
              <a:ext cx="3718072" cy="865468"/>
              <a:chOff x="377742" y="2844668"/>
              <a:chExt cx="3718072" cy="865468"/>
            </a:xfrm>
          </p:grpSpPr>
          <p:sp>
            <p:nvSpPr>
              <p:cNvPr id="36" name="Прямоугольник: скругленные углы 4">
                <a:extLst>
                  <a:ext uri="{FF2B5EF4-FFF2-40B4-BE49-F238E27FC236}">
                    <a16:creationId xmlns:a16="http://schemas.microsoft.com/office/drawing/2014/main" id="{610E1B10-670A-3A32-D84F-6414C73C3E04}"/>
                  </a:ext>
                </a:extLst>
              </p:cNvPr>
              <p:cNvSpPr txBox="1"/>
              <p:nvPr/>
            </p:nvSpPr>
            <p:spPr>
              <a:xfrm>
                <a:off x="377742" y="2844668"/>
                <a:ext cx="3093719" cy="74036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spcFirstLastPara="0" vert="horz" wrap="square" lIns="91440" tIns="91440" rIns="91440" bIns="91440" numCol="1" spcCol="1270" anchor="ctr" anchorCtr="0">
                <a:noAutofit/>
              </a:bodyPr>
              <a:lstStyle/>
              <a:p>
                <a:pPr marL="0" lvl="0" indent="0" algn="ctr" defTabSz="16002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ru-RU" sz="2000" kern="1200" dirty="0"/>
                  <a:t>Пользователь выбирает на клавиатуре задачу</a:t>
                </a:r>
              </a:p>
            </p:txBody>
          </p:sp>
          <p:pic>
            <p:nvPicPr>
              <p:cNvPr id="37" name="Рисунок 36" descr="Стрелка: прямо со сплошной заливкой">
                <a:extLst>
                  <a:ext uri="{FF2B5EF4-FFF2-40B4-BE49-F238E27FC236}">
                    <a16:creationId xmlns:a16="http://schemas.microsoft.com/office/drawing/2014/main" id="{425A5D11-00E1-1975-5F3A-3D96ADE160D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 rot="12298069">
                <a:off x="3262844" y="3420849"/>
                <a:ext cx="832970" cy="289287"/>
              </a:xfrm>
              <a:prstGeom prst="rect">
                <a:avLst/>
              </a:prstGeom>
            </p:spPr>
          </p:pic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749B1F38-5B5B-6E63-0024-43C3BADDED64}"/>
                </a:ext>
              </a:extLst>
            </p:cNvPr>
            <p:cNvGrpSpPr/>
            <p:nvPr/>
          </p:nvGrpSpPr>
          <p:grpSpPr>
            <a:xfrm>
              <a:off x="1122173" y="3548830"/>
              <a:ext cx="2925538" cy="740360"/>
              <a:chOff x="1122173" y="3548830"/>
              <a:chExt cx="2925538" cy="740360"/>
            </a:xfrm>
          </p:grpSpPr>
          <p:sp>
            <p:nvSpPr>
              <p:cNvPr id="34" name="Прямоугольник: скругленные углы 4">
                <a:extLst>
                  <a:ext uri="{FF2B5EF4-FFF2-40B4-BE49-F238E27FC236}">
                    <a16:creationId xmlns:a16="http://schemas.microsoft.com/office/drawing/2014/main" id="{3F78FD65-408B-C5B1-E22C-A76069D755FF}"/>
                  </a:ext>
                </a:extLst>
              </p:cNvPr>
              <p:cNvSpPr txBox="1"/>
              <p:nvPr/>
            </p:nvSpPr>
            <p:spPr>
              <a:xfrm>
                <a:off x="1122173" y="3548830"/>
                <a:ext cx="2390789" cy="74036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spcFirstLastPara="0" vert="horz" wrap="square" lIns="91440" tIns="91440" rIns="91440" bIns="91440" numCol="1" spcCol="1270" anchor="ctr" anchorCtr="0">
                <a:noAutofit/>
              </a:bodyPr>
              <a:lstStyle/>
              <a:p>
                <a:pPr marL="0" lvl="0" indent="0" algn="ctr" defTabSz="16002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ru-RU" sz="2000" kern="1200" dirty="0"/>
                  <a:t>Бот просит прислать текст</a:t>
                </a:r>
              </a:p>
            </p:txBody>
          </p:sp>
          <p:pic>
            <p:nvPicPr>
              <p:cNvPr id="35" name="Рисунок 34" descr="Стрелка: прямо со сплошной заливкой">
                <a:extLst>
                  <a:ext uri="{FF2B5EF4-FFF2-40B4-BE49-F238E27FC236}">
                    <a16:creationId xmlns:a16="http://schemas.microsoft.com/office/drawing/2014/main" id="{84DFE705-C102-675B-3E9E-0E40C755D13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 rot="11426955">
                <a:off x="3214741" y="3903071"/>
                <a:ext cx="832970" cy="289287"/>
              </a:xfrm>
              <a:prstGeom prst="rect">
                <a:avLst/>
              </a:prstGeom>
            </p:spPr>
          </p:pic>
        </p:grpSp>
        <p:grpSp>
          <p:nvGrpSpPr>
            <p:cNvPr id="28" name="Группа 27">
              <a:extLst>
                <a:ext uri="{FF2B5EF4-FFF2-40B4-BE49-F238E27FC236}">
                  <a16:creationId xmlns:a16="http://schemas.microsoft.com/office/drawing/2014/main" id="{6A46744D-E341-D018-CC06-642FE49AAF19}"/>
                </a:ext>
              </a:extLst>
            </p:cNvPr>
            <p:cNvGrpSpPr/>
            <p:nvPr/>
          </p:nvGrpSpPr>
          <p:grpSpPr>
            <a:xfrm>
              <a:off x="679267" y="4099222"/>
              <a:ext cx="3404544" cy="1005839"/>
              <a:chOff x="679267" y="4099222"/>
              <a:chExt cx="3404544" cy="1005839"/>
            </a:xfrm>
          </p:grpSpPr>
          <p:sp>
            <p:nvSpPr>
              <p:cNvPr id="32" name="Прямоугольник: скругленные углы 4">
                <a:extLst>
                  <a:ext uri="{FF2B5EF4-FFF2-40B4-BE49-F238E27FC236}">
                    <a16:creationId xmlns:a16="http://schemas.microsoft.com/office/drawing/2014/main" id="{88155BDB-A86A-CAF7-C249-C8A6E61377B5}"/>
                  </a:ext>
                </a:extLst>
              </p:cNvPr>
              <p:cNvSpPr txBox="1"/>
              <p:nvPr/>
            </p:nvSpPr>
            <p:spPr>
              <a:xfrm>
                <a:off x="679267" y="4099222"/>
                <a:ext cx="3093719" cy="100583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spcFirstLastPara="0" vert="horz" wrap="square" lIns="91440" tIns="91440" rIns="91440" bIns="91440" numCol="1" spcCol="1270" anchor="ctr" anchorCtr="0">
                <a:noAutofit/>
              </a:bodyPr>
              <a:lstStyle/>
              <a:p>
                <a:pPr marL="0" lvl="0" indent="0" algn="ctr" defTabSz="16002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ru-RU" sz="2000" kern="1200" dirty="0"/>
                  <a:t>Пользователь присылает текст</a:t>
                </a:r>
              </a:p>
            </p:txBody>
          </p:sp>
          <p:pic>
            <p:nvPicPr>
              <p:cNvPr id="33" name="Рисунок 32" descr="Стрелка: прямо со сплошной заливкой">
                <a:extLst>
                  <a:ext uri="{FF2B5EF4-FFF2-40B4-BE49-F238E27FC236}">
                    <a16:creationId xmlns:a16="http://schemas.microsoft.com/office/drawing/2014/main" id="{F8F223B9-BFCA-9ABD-F185-7668F885DDA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 rot="10647538">
                <a:off x="3250841" y="4413834"/>
                <a:ext cx="832970" cy="289287"/>
              </a:xfrm>
              <a:prstGeom prst="rect">
                <a:avLst/>
              </a:prstGeom>
            </p:spPr>
          </p:pic>
        </p:grpSp>
        <p:grpSp>
          <p:nvGrpSpPr>
            <p:cNvPr id="29" name="Группа 28">
              <a:extLst>
                <a:ext uri="{FF2B5EF4-FFF2-40B4-BE49-F238E27FC236}">
                  <a16:creationId xmlns:a16="http://schemas.microsoft.com/office/drawing/2014/main" id="{A467CA66-3A05-EC77-C2D4-1E59D9976468}"/>
                </a:ext>
              </a:extLst>
            </p:cNvPr>
            <p:cNvGrpSpPr/>
            <p:nvPr/>
          </p:nvGrpSpPr>
          <p:grpSpPr>
            <a:xfrm>
              <a:off x="948371" y="4974442"/>
              <a:ext cx="3156282" cy="660648"/>
              <a:chOff x="948371" y="4974442"/>
              <a:chExt cx="3156282" cy="660648"/>
            </a:xfrm>
          </p:grpSpPr>
          <p:sp>
            <p:nvSpPr>
              <p:cNvPr id="30" name="Прямоугольник: скругленные углы 4">
                <a:extLst>
                  <a:ext uri="{FF2B5EF4-FFF2-40B4-BE49-F238E27FC236}">
                    <a16:creationId xmlns:a16="http://schemas.microsoft.com/office/drawing/2014/main" id="{39024450-C376-8D97-2F25-E88201BA00E7}"/>
                  </a:ext>
                </a:extLst>
              </p:cNvPr>
              <p:cNvSpPr txBox="1"/>
              <p:nvPr/>
            </p:nvSpPr>
            <p:spPr>
              <a:xfrm>
                <a:off x="948371" y="4974442"/>
                <a:ext cx="2564591" cy="66064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spcFirstLastPara="0" vert="horz" wrap="square" lIns="91440" tIns="91440" rIns="91440" bIns="91440" numCol="1" spcCol="1270" anchor="ctr" anchorCtr="0">
                <a:noAutofit/>
              </a:bodyPr>
              <a:lstStyle/>
              <a:p>
                <a:pPr marL="0" lvl="0" indent="0" algn="ctr" defTabSz="16002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ru-RU" sz="2000" kern="1200" dirty="0"/>
                  <a:t>Бот сообщает, всё ли загрузилось</a:t>
                </a:r>
              </a:p>
            </p:txBody>
          </p:sp>
          <p:pic>
            <p:nvPicPr>
              <p:cNvPr id="31" name="Рисунок 30" descr="Стрелка: прямо со сплошной заливкой">
                <a:extLst>
                  <a:ext uri="{FF2B5EF4-FFF2-40B4-BE49-F238E27FC236}">
                    <a16:creationId xmlns:a16="http://schemas.microsoft.com/office/drawing/2014/main" id="{257CC42B-B289-200A-74D8-1D0054ED0F2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 rot="9692274">
                <a:off x="3271683" y="5120621"/>
                <a:ext cx="832970" cy="289287"/>
              </a:xfrm>
              <a:prstGeom prst="rect">
                <a:avLst/>
              </a:prstGeom>
            </p:spPr>
          </p:pic>
        </p:grpSp>
      </p:grpSp>
      <p:grpSp>
        <p:nvGrpSpPr>
          <p:cNvPr id="45" name="Группа 44">
            <a:extLst>
              <a:ext uri="{FF2B5EF4-FFF2-40B4-BE49-F238E27FC236}">
                <a16:creationId xmlns:a16="http://schemas.microsoft.com/office/drawing/2014/main" id="{6BD126A4-F309-AF2D-3927-BB995C483D8C}"/>
              </a:ext>
            </a:extLst>
          </p:cNvPr>
          <p:cNvGrpSpPr/>
          <p:nvPr/>
        </p:nvGrpSpPr>
        <p:grpSpPr>
          <a:xfrm>
            <a:off x="428057" y="5227529"/>
            <a:ext cx="4056171" cy="756858"/>
            <a:chOff x="63995" y="5777940"/>
            <a:chExt cx="4056171" cy="756858"/>
          </a:xfrm>
        </p:grpSpPr>
        <p:pic>
          <p:nvPicPr>
            <p:cNvPr id="40" name="Рисунок 39" descr="Стрелка: прямо со сплошной заливкой">
              <a:extLst>
                <a:ext uri="{FF2B5EF4-FFF2-40B4-BE49-F238E27FC236}">
                  <a16:creationId xmlns:a16="http://schemas.microsoft.com/office/drawing/2014/main" id="{CC7CFDB8-33A3-CD1C-863A-5C48B709E14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8961323">
              <a:off x="3287196" y="5777940"/>
              <a:ext cx="832970" cy="289287"/>
            </a:xfrm>
            <a:prstGeom prst="rect">
              <a:avLst/>
            </a:prstGeom>
          </p:spPr>
        </p:pic>
        <p:sp>
          <p:nvSpPr>
            <p:cNvPr id="41" name="Прямоугольник: скругленные углы 4">
              <a:extLst>
                <a:ext uri="{FF2B5EF4-FFF2-40B4-BE49-F238E27FC236}">
                  <a16:creationId xmlns:a16="http://schemas.microsoft.com/office/drawing/2014/main" id="{DEBB5A5B-8625-BD56-1D31-91B254F1C058}"/>
                </a:ext>
              </a:extLst>
            </p:cNvPr>
            <p:cNvSpPr txBox="1"/>
            <p:nvPr/>
          </p:nvSpPr>
          <p:spPr>
            <a:xfrm>
              <a:off x="63995" y="5874150"/>
              <a:ext cx="3559098" cy="66064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spcFirstLastPara="0" vert="horz" wrap="square" lIns="91440" tIns="91440" rIns="91440" bIns="91440" numCol="1" spcCol="1270" anchor="ctr" anchorCtr="0">
              <a:noAutofit/>
            </a:bodyPr>
            <a:lstStyle/>
            <a:p>
              <a:pPr marL="0" lvl="0" indent="0" algn="ctr" defTabSz="1600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ru-RU" sz="2000" kern="1200" dirty="0"/>
                <a:t>Пользователь нажимает «Обработать текст»</a:t>
              </a:r>
            </a:p>
          </p:txBody>
        </p:sp>
      </p:grpSp>
      <p:grpSp>
        <p:nvGrpSpPr>
          <p:cNvPr id="46" name="Группа 45">
            <a:extLst>
              <a:ext uri="{FF2B5EF4-FFF2-40B4-BE49-F238E27FC236}">
                <a16:creationId xmlns:a16="http://schemas.microsoft.com/office/drawing/2014/main" id="{F19B26A1-45E4-0E93-E205-FEF9FEBBACE7}"/>
              </a:ext>
            </a:extLst>
          </p:cNvPr>
          <p:cNvGrpSpPr/>
          <p:nvPr/>
        </p:nvGrpSpPr>
        <p:grpSpPr>
          <a:xfrm>
            <a:off x="2511149" y="5678812"/>
            <a:ext cx="4582535" cy="888281"/>
            <a:chOff x="2511149" y="5678812"/>
            <a:chExt cx="4582535" cy="888281"/>
          </a:xfrm>
        </p:grpSpPr>
        <p:sp>
          <p:nvSpPr>
            <p:cNvPr id="43" name="Прямоугольник: скругленные углы 4">
              <a:extLst>
                <a:ext uri="{FF2B5EF4-FFF2-40B4-BE49-F238E27FC236}">
                  <a16:creationId xmlns:a16="http://schemas.microsoft.com/office/drawing/2014/main" id="{127A2CBC-7D78-2641-7451-60FEEEF746EC}"/>
                </a:ext>
              </a:extLst>
            </p:cNvPr>
            <p:cNvSpPr txBox="1"/>
            <p:nvPr/>
          </p:nvSpPr>
          <p:spPr>
            <a:xfrm>
              <a:off x="2511149" y="5906445"/>
              <a:ext cx="4582535" cy="66064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spcFirstLastPara="0" vert="horz" wrap="square" lIns="91440" tIns="91440" rIns="91440" bIns="91440" numCol="1" spcCol="1270" anchor="ctr" anchorCtr="0">
              <a:noAutofit/>
            </a:bodyPr>
            <a:lstStyle/>
            <a:p>
              <a:pPr marL="0" lvl="0" indent="0" algn="ctr" defTabSz="1600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ru-RU" sz="2000" kern="1200" dirty="0"/>
                <a:t>Бот присылает обработанный текст</a:t>
              </a:r>
            </a:p>
          </p:txBody>
        </p:sp>
        <p:pic>
          <p:nvPicPr>
            <p:cNvPr id="44" name="Рисунок 43" descr="Стрелка: прямо со сплошной заливкой">
              <a:extLst>
                <a:ext uri="{FF2B5EF4-FFF2-40B4-BE49-F238E27FC236}">
                  <a16:creationId xmlns:a16="http://schemas.microsoft.com/office/drawing/2014/main" id="{36FAE1A2-DC4C-E2CE-121F-62AF8989940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8225910">
              <a:off x="3815689" y="5678812"/>
              <a:ext cx="753522" cy="26169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730854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942D19-9956-DE24-5C7F-976EFD627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Инструменты</a:t>
            </a:r>
          </a:p>
        </p:txBody>
      </p:sp>
      <p:sp>
        <p:nvSpPr>
          <p:cNvPr id="6" name="Прямоугольник: скругленные углы 4">
            <a:extLst>
              <a:ext uri="{FF2B5EF4-FFF2-40B4-BE49-F238E27FC236}">
                <a16:creationId xmlns:a16="http://schemas.microsoft.com/office/drawing/2014/main" id="{F123A661-4DE8-164F-F0AB-8699240B4654}"/>
              </a:ext>
            </a:extLst>
          </p:cNvPr>
          <p:cNvSpPr txBox="1"/>
          <p:nvPr/>
        </p:nvSpPr>
        <p:spPr>
          <a:xfrm>
            <a:off x="1072283" y="1692545"/>
            <a:ext cx="3779520" cy="1320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0" vert="horz" wrap="square" lIns="91440" tIns="91440" rIns="91440" bIns="91440" numCol="1" spcCol="1270" anchor="ctr" anchorCtr="0">
            <a:noAutofit/>
          </a:bodyPr>
          <a:lstStyle/>
          <a:p>
            <a:pPr lvl="0" algn="ctr" defTabSz="1600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nl-NL" sz="2000" dirty="0"/>
          </a:p>
        </p:txBody>
      </p:sp>
      <p:grpSp>
        <p:nvGrpSpPr>
          <p:cNvPr id="38" name="Группа 37">
            <a:extLst>
              <a:ext uri="{FF2B5EF4-FFF2-40B4-BE49-F238E27FC236}">
                <a16:creationId xmlns:a16="http://schemas.microsoft.com/office/drawing/2014/main" id="{389F23C5-593E-1F26-E976-452058D2EE97}"/>
              </a:ext>
            </a:extLst>
          </p:cNvPr>
          <p:cNvGrpSpPr/>
          <p:nvPr/>
        </p:nvGrpSpPr>
        <p:grpSpPr>
          <a:xfrm>
            <a:off x="-284077" y="1692545"/>
            <a:ext cx="10271760" cy="4189642"/>
            <a:chOff x="-284077" y="1692545"/>
            <a:chExt cx="10271760" cy="4189642"/>
          </a:xfrm>
        </p:grpSpPr>
        <p:graphicFrame>
          <p:nvGraphicFramePr>
            <p:cNvPr id="8" name="Схема 7">
              <a:extLst>
                <a:ext uri="{FF2B5EF4-FFF2-40B4-BE49-F238E27FC236}">
                  <a16:creationId xmlns:a16="http://schemas.microsoft.com/office/drawing/2014/main" id="{B4E2A340-12DC-8094-5CEB-7B954C4FA0D2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1993637455"/>
                </p:ext>
              </p:extLst>
            </p:nvPr>
          </p:nvGraphicFramePr>
          <p:xfrm>
            <a:off x="-284077" y="1783985"/>
            <a:ext cx="10271760" cy="3970750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  <p:grpSp>
          <p:nvGrpSpPr>
            <p:cNvPr id="37" name="Группа 36">
              <a:extLst>
                <a:ext uri="{FF2B5EF4-FFF2-40B4-BE49-F238E27FC236}">
                  <a16:creationId xmlns:a16="http://schemas.microsoft.com/office/drawing/2014/main" id="{A2F931E9-5D1E-968B-CD81-8CC1FA09C021}"/>
                </a:ext>
              </a:extLst>
            </p:cNvPr>
            <p:cNvGrpSpPr/>
            <p:nvPr/>
          </p:nvGrpSpPr>
          <p:grpSpPr>
            <a:xfrm>
              <a:off x="1173480" y="1692545"/>
              <a:ext cx="838200" cy="4189642"/>
              <a:chOff x="1173480" y="1692545"/>
              <a:chExt cx="838200" cy="4189642"/>
            </a:xfrm>
          </p:grpSpPr>
          <p:grpSp>
            <p:nvGrpSpPr>
              <p:cNvPr id="15" name="Группа 14">
                <a:extLst>
                  <a:ext uri="{FF2B5EF4-FFF2-40B4-BE49-F238E27FC236}">
                    <a16:creationId xmlns:a16="http://schemas.microsoft.com/office/drawing/2014/main" id="{D048BCF9-63E0-BEEB-9778-C79F03CAD856}"/>
                  </a:ext>
                </a:extLst>
              </p:cNvPr>
              <p:cNvGrpSpPr/>
              <p:nvPr/>
            </p:nvGrpSpPr>
            <p:grpSpPr>
              <a:xfrm>
                <a:off x="1188720" y="1692545"/>
                <a:ext cx="822960" cy="807720"/>
                <a:chOff x="868680" y="1783985"/>
                <a:chExt cx="822960" cy="807720"/>
              </a:xfrm>
            </p:grpSpPr>
            <p:sp>
              <p:nvSpPr>
                <p:cNvPr id="14" name="Овал 13">
                  <a:extLst>
                    <a:ext uri="{FF2B5EF4-FFF2-40B4-BE49-F238E27FC236}">
                      <a16:creationId xmlns:a16="http://schemas.microsoft.com/office/drawing/2014/main" id="{2E1960BF-668B-6DD3-F0E4-C9F24B7D7509}"/>
                    </a:ext>
                  </a:extLst>
                </p:cNvPr>
                <p:cNvSpPr/>
                <p:nvPr/>
              </p:nvSpPr>
              <p:spPr>
                <a:xfrm>
                  <a:off x="868680" y="1783985"/>
                  <a:ext cx="792480" cy="792480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pic>
              <p:nvPicPr>
                <p:cNvPr id="13" name="Рисунок 12" descr="Шестеренки со сплошной заливкой">
                  <a:extLst>
                    <a:ext uri="{FF2B5EF4-FFF2-40B4-BE49-F238E27FC236}">
                      <a16:creationId xmlns:a16="http://schemas.microsoft.com/office/drawing/2014/main" id="{F527AC57-CDF0-6286-E8BB-FE2DCDA2DB8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99160" y="1799225"/>
                  <a:ext cx="792480" cy="792480"/>
                </a:xfrm>
                <a:prstGeom prst="rect">
                  <a:avLst/>
                </a:prstGeom>
              </p:spPr>
            </p:pic>
          </p:grpSp>
          <p:grpSp>
            <p:nvGrpSpPr>
              <p:cNvPr id="24" name="Группа 23">
                <a:extLst>
                  <a:ext uri="{FF2B5EF4-FFF2-40B4-BE49-F238E27FC236}">
                    <a16:creationId xmlns:a16="http://schemas.microsoft.com/office/drawing/2014/main" id="{9C57FE28-1CBD-F52C-3FEB-ABEBDFBDA387}"/>
                  </a:ext>
                </a:extLst>
              </p:cNvPr>
              <p:cNvGrpSpPr/>
              <p:nvPr/>
            </p:nvGrpSpPr>
            <p:grpSpPr>
              <a:xfrm>
                <a:off x="1188720" y="4251960"/>
                <a:ext cx="792480" cy="792480"/>
                <a:chOff x="1173480" y="2561225"/>
                <a:chExt cx="792480" cy="792480"/>
              </a:xfrm>
            </p:grpSpPr>
            <p:sp>
              <p:nvSpPr>
                <p:cNvPr id="17" name="Овал 16">
                  <a:extLst>
                    <a:ext uri="{FF2B5EF4-FFF2-40B4-BE49-F238E27FC236}">
                      <a16:creationId xmlns:a16="http://schemas.microsoft.com/office/drawing/2014/main" id="{08B89546-6AFF-F641-6ADA-8816C03F2AA1}"/>
                    </a:ext>
                  </a:extLst>
                </p:cNvPr>
                <p:cNvSpPr/>
                <p:nvPr/>
              </p:nvSpPr>
              <p:spPr>
                <a:xfrm>
                  <a:off x="1173480" y="2561225"/>
                  <a:ext cx="792480" cy="792480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pic>
              <p:nvPicPr>
                <p:cNvPr id="20" name="Рисунок 19" descr="Ежедневник со сплошной заливкой">
                  <a:extLst>
                    <a:ext uri="{FF2B5EF4-FFF2-40B4-BE49-F238E27FC236}">
                      <a16:creationId xmlns:a16="http://schemas.microsoft.com/office/drawing/2014/main" id="{44977B75-2752-E051-667A-570ED223674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272087" y="2628900"/>
                  <a:ext cx="625745" cy="625745"/>
                </a:xfrm>
                <a:prstGeom prst="rect">
                  <a:avLst/>
                </a:prstGeom>
              </p:spPr>
            </p:pic>
          </p:grpSp>
          <p:grpSp>
            <p:nvGrpSpPr>
              <p:cNvPr id="25" name="Группа 24">
                <a:extLst>
                  <a:ext uri="{FF2B5EF4-FFF2-40B4-BE49-F238E27FC236}">
                    <a16:creationId xmlns:a16="http://schemas.microsoft.com/office/drawing/2014/main" id="{5094B5F0-C8A1-9D07-0188-8231393B5D7D}"/>
                  </a:ext>
                </a:extLst>
              </p:cNvPr>
              <p:cNvGrpSpPr/>
              <p:nvPr/>
            </p:nvGrpSpPr>
            <p:grpSpPr>
              <a:xfrm>
                <a:off x="1173480" y="3413760"/>
                <a:ext cx="792480" cy="792480"/>
                <a:chOff x="1173480" y="3429000"/>
                <a:chExt cx="792480" cy="792480"/>
              </a:xfrm>
            </p:grpSpPr>
            <p:sp>
              <p:nvSpPr>
                <p:cNvPr id="23" name="Овал 22">
                  <a:extLst>
                    <a:ext uri="{FF2B5EF4-FFF2-40B4-BE49-F238E27FC236}">
                      <a16:creationId xmlns:a16="http://schemas.microsoft.com/office/drawing/2014/main" id="{B952B7D6-41ED-E016-BAE6-16A992E17E6B}"/>
                    </a:ext>
                  </a:extLst>
                </p:cNvPr>
                <p:cNvSpPr/>
                <p:nvPr/>
              </p:nvSpPr>
              <p:spPr>
                <a:xfrm>
                  <a:off x="1173480" y="3429000"/>
                  <a:ext cx="792480" cy="792480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pic>
              <p:nvPicPr>
                <p:cNvPr id="22" name="Рисунок 21" descr="Линейчатая диаграмма со сплошной заливкой">
                  <a:extLst>
                    <a:ext uri="{FF2B5EF4-FFF2-40B4-BE49-F238E27FC236}">
                      <a16:creationId xmlns:a16="http://schemas.microsoft.com/office/drawing/2014/main" id="{DA6A1801-C709-3DD4-4253-CCFFD447E56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1">
                  <a:extLst>
                    <a:ext uri="{96DAC541-7B7A-43D3-8B79-37D633B846F1}">
                      <asvg:svgBlip xmlns:asvg="http://schemas.microsoft.com/office/drawing/2016/SVG/main" r:embed="rId1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302567" y="3525067"/>
                  <a:ext cx="595265" cy="595265"/>
                </a:xfrm>
                <a:prstGeom prst="rect">
                  <a:avLst/>
                </a:prstGeom>
              </p:spPr>
            </p:pic>
          </p:grpSp>
          <p:grpSp>
            <p:nvGrpSpPr>
              <p:cNvPr id="32" name="Группа 31">
                <a:extLst>
                  <a:ext uri="{FF2B5EF4-FFF2-40B4-BE49-F238E27FC236}">
                    <a16:creationId xmlns:a16="http://schemas.microsoft.com/office/drawing/2014/main" id="{07D82BB3-CBFE-39C2-C0BD-7B035293B7E2}"/>
                  </a:ext>
                </a:extLst>
              </p:cNvPr>
              <p:cNvGrpSpPr/>
              <p:nvPr/>
            </p:nvGrpSpPr>
            <p:grpSpPr>
              <a:xfrm>
                <a:off x="1219200" y="2560773"/>
                <a:ext cx="792480" cy="792480"/>
                <a:chOff x="1219200" y="2560773"/>
                <a:chExt cx="792480" cy="792480"/>
              </a:xfrm>
            </p:grpSpPr>
            <p:sp>
              <p:nvSpPr>
                <p:cNvPr id="31" name="Овал 30">
                  <a:extLst>
                    <a:ext uri="{FF2B5EF4-FFF2-40B4-BE49-F238E27FC236}">
                      <a16:creationId xmlns:a16="http://schemas.microsoft.com/office/drawing/2014/main" id="{C36BC2DF-AC73-1608-6BEA-2BC5E4A8F5E3}"/>
                    </a:ext>
                  </a:extLst>
                </p:cNvPr>
                <p:cNvSpPr/>
                <p:nvPr/>
              </p:nvSpPr>
              <p:spPr>
                <a:xfrm>
                  <a:off x="1219200" y="2560773"/>
                  <a:ext cx="792480" cy="792480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pic>
              <p:nvPicPr>
                <p:cNvPr id="27" name="Рисунок 26" descr="Скрепка со сплошной заливкой">
                  <a:extLst>
                    <a:ext uri="{FF2B5EF4-FFF2-40B4-BE49-F238E27FC236}">
                      <a16:creationId xmlns:a16="http://schemas.microsoft.com/office/drawing/2014/main" id="{05AEB832-27C7-FE01-8896-2171623A4E4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3">
                  <a:extLst>
                    <a:ext uri="{96DAC541-7B7A-43D3-8B79-37D633B846F1}">
                      <asvg:svgBlip xmlns:asvg="http://schemas.microsoft.com/office/drawing/2016/SVG/main" r:embed="rId1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318722" y="2640788"/>
                  <a:ext cx="616758" cy="616758"/>
                </a:xfrm>
                <a:prstGeom prst="rect">
                  <a:avLst/>
                </a:prstGeom>
              </p:spPr>
            </p:pic>
          </p:grpSp>
          <p:grpSp>
            <p:nvGrpSpPr>
              <p:cNvPr id="36" name="Группа 35">
                <a:extLst>
                  <a:ext uri="{FF2B5EF4-FFF2-40B4-BE49-F238E27FC236}">
                    <a16:creationId xmlns:a16="http://schemas.microsoft.com/office/drawing/2014/main" id="{C08F2F4A-E1DE-5FD0-BB00-14997861BA1C}"/>
                  </a:ext>
                </a:extLst>
              </p:cNvPr>
              <p:cNvGrpSpPr/>
              <p:nvPr/>
            </p:nvGrpSpPr>
            <p:grpSpPr>
              <a:xfrm>
                <a:off x="1203959" y="5089707"/>
                <a:ext cx="792480" cy="792480"/>
                <a:chOff x="1203959" y="5089707"/>
                <a:chExt cx="792480" cy="792480"/>
              </a:xfrm>
            </p:grpSpPr>
            <p:sp>
              <p:nvSpPr>
                <p:cNvPr id="35" name="Овал 34">
                  <a:extLst>
                    <a:ext uri="{FF2B5EF4-FFF2-40B4-BE49-F238E27FC236}">
                      <a16:creationId xmlns:a16="http://schemas.microsoft.com/office/drawing/2014/main" id="{E40657B4-317E-6AC4-A9B2-118524D5A6B4}"/>
                    </a:ext>
                  </a:extLst>
                </p:cNvPr>
                <p:cNvSpPr/>
                <p:nvPr/>
              </p:nvSpPr>
              <p:spPr>
                <a:xfrm>
                  <a:off x="1203959" y="5089707"/>
                  <a:ext cx="792480" cy="792480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pic>
              <p:nvPicPr>
                <p:cNvPr id="34" name="Рисунок 33" descr="Монитор со сплошной заливкой">
                  <a:extLst>
                    <a:ext uri="{FF2B5EF4-FFF2-40B4-BE49-F238E27FC236}">
                      <a16:creationId xmlns:a16="http://schemas.microsoft.com/office/drawing/2014/main" id="{EBDB8C0F-93E4-C0B3-27F5-F7AEBBBCF32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>
                  <a:extLst>
                    <a:ext uri="{96DAC541-7B7A-43D3-8B79-37D633B846F1}">
                      <asvg:svgBlip xmlns:asvg="http://schemas.microsoft.com/office/drawing/2016/SVG/main" r:embed="rId1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341120" y="5228729"/>
                  <a:ext cx="548640" cy="548640"/>
                </a:xfrm>
                <a:prstGeom prst="rect">
                  <a:avLst/>
                </a:prstGeom>
              </p:spPr>
            </p:pic>
          </p:grpSp>
        </p:grpSp>
      </p:grpSp>
    </p:spTree>
    <p:extLst>
      <p:ext uri="{BB962C8B-B14F-4D97-AF65-F5344CB8AC3E}">
        <p14:creationId xmlns:p14="http://schemas.microsoft.com/office/powerpoint/2010/main" val="1952649627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Индикатор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418AB3"/>
      </a:accent1>
      <a:accent2>
        <a:srgbClr val="A6B727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1508</TotalTime>
  <Words>1086</Words>
  <Application>Microsoft Office PowerPoint</Application>
  <PresentationFormat>Широкоэкранный</PresentationFormat>
  <Paragraphs>173</Paragraphs>
  <Slides>23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23</vt:i4>
      </vt:variant>
    </vt:vector>
  </HeadingPairs>
  <TitlesOfParts>
    <vt:vector size="28" baseType="lpstr">
      <vt:lpstr>Arial</vt:lpstr>
      <vt:lpstr>Calibri</vt:lpstr>
      <vt:lpstr>Trebuchet MS</vt:lpstr>
      <vt:lpstr>Wingdings 3</vt:lpstr>
      <vt:lpstr>Аспект</vt:lpstr>
      <vt:lpstr>Чат-бот –  составитель упражнений по юридическому нидерландскому</vt:lpstr>
      <vt:lpstr>Цель проекта, область применения</vt:lpstr>
      <vt:lpstr>Актуальность</vt:lpstr>
      <vt:lpstr>Конечный продукт</vt:lpstr>
      <vt:lpstr>Формирование корпуса</vt:lpstr>
      <vt:lpstr>1. Удаление глаголов</vt:lpstr>
      <vt:lpstr>Удаление глаголов: особые случаи</vt:lpstr>
      <vt:lpstr>Удаление глаголов: особые случаи</vt:lpstr>
      <vt:lpstr>Удаление глаголов: особые случаи</vt:lpstr>
      <vt:lpstr>Удаление глаголов: особые случаи</vt:lpstr>
      <vt:lpstr>Удаление глаголов: особые случаи</vt:lpstr>
      <vt:lpstr>2. Выдача текста</vt:lpstr>
      <vt:lpstr>Фильтрация текста: особые случаи</vt:lpstr>
      <vt:lpstr>Фильтрация текста: особые случаи</vt:lpstr>
      <vt:lpstr>Фильтрация текста: особые случаи</vt:lpstr>
      <vt:lpstr>Фильтрация текста: особые случаи</vt:lpstr>
      <vt:lpstr>Фильтрация текста: особые случаи</vt:lpstr>
      <vt:lpstr>Подсчет TTR</vt:lpstr>
      <vt:lpstr>Подсчет TF-IDF</vt:lpstr>
      <vt:lpstr>3. Чат-бот</vt:lpstr>
      <vt:lpstr>Пример работы чат-бота</vt:lpstr>
      <vt:lpstr>Пример работы чат-бота</vt:lpstr>
      <vt:lpstr>Инструменты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Балакирева Полина</dc:creator>
  <cp:lastModifiedBy>Балакирева Полина</cp:lastModifiedBy>
  <cp:revision>256</cp:revision>
  <dcterms:created xsi:type="dcterms:W3CDTF">2026-01-31T22:07:51Z</dcterms:created>
  <dcterms:modified xsi:type="dcterms:W3CDTF">2026-02-07T07:21:41Z</dcterms:modified>
</cp:coreProperties>
</file>